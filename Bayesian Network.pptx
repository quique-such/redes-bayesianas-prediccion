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6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0" r:id="rId3"/>
    <p:sldId id="267" r:id="rId4"/>
    <p:sldId id="257" r:id="rId5"/>
    <p:sldId id="268" r:id="rId6"/>
    <p:sldId id="272" r:id="rId7"/>
    <p:sldId id="259" r:id="rId8"/>
    <p:sldId id="263" r:id="rId9"/>
    <p:sldId id="260" r:id="rId10"/>
    <p:sldId id="261" r:id="rId11"/>
    <p:sldId id="264" r:id="rId12"/>
    <p:sldId id="262" r:id="rId13"/>
    <p:sldId id="271" r:id="rId14"/>
    <p:sldId id="274" r:id="rId15"/>
    <p:sldId id="269" r:id="rId16"/>
    <p:sldId id="265" r:id="rId17"/>
    <p:sldId id="266" r:id="rId1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FB7C83-8CB6-47EF-B91E-03736C2495ED}" v="864" dt="2025-12-18T17:20:55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Valls Lozano" userId="S::dvalloz@upv.edu.es::56a641d4-514a-42e8-b30c-87a6e344bd44" providerId="AD" clId="Web-{C8285375-FE59-3F18-BE74-04DDF287E1E6}"/>
    <pc:docChg chg="addSld modSld sldOrd">
      <pc:chgData name="David Valls Lozano" userId="S::dvalloz@upv.edu.es::56a641d4-514a-42e8-b30c-87a6e344bd44" providerId="AD" clId="Web-{C8285375-FE59-3F18-BE74-04DDF287E1E6}" dt="2025-12-14T17:36:39.171" v="363"/>
      <pc:docMkLst>
        <pc:docMk/>
      </pc:docMkLst>
      <pc:sldChg chg="addSp modSp">
        <pc:chgData name="David Valls Lozano" userId="S::dvalloz@upv.edu.es::56a641d4-514a-42e8-b30c-87a6e344bd44" providerId="AD" clId="Web-{C8285375-FE59-3F18-BE74-04DDF287E1E6}" dt="2025-12-14T17:12:12.126" v="40" actId="1076"/>
        <pc:sldMkLst>
          <pc:docMk/>
          <pc:sldMk cId="1197818742" sldId="260"/>
        </pc:sldMkLst>
        <pc:picChg chg="add mod">
          <ac:chgData name="David Valls Lozano" userId="S::dvalloz@upv.edu.es::56a641d4-514a-42e8-b30c-87a6e344bd44" providerId="AD" clId="Web-{C8285375-FE59-3F18-BE74-04DDF287E1E6}" dt="2025-12-14T17:12:12.126" v="40" actId="1076"/>
          <ac:picMkLst>
            <pc:docMk/>
            <pc:sldMk cId="1197818742" sldId="260"/>
            <ac:picMk id="4" creationId="{03A51F55-F4CB-42C9-9D60-B80E9D18A074}"/>
          </ac:picMkLst>
        </pc:picChg>
      </pc:sldChg>
      <pc:sldChg chg="addSp modSp">
        <pc:chgData name="David Valls Lozano" userId="S::dvalloz@upv.edu.es::56a641d4-514a-42e8-b30c-87a6e344bd44" providerId="AD" clId="Web-{C8285375-FE59-3F18-BE74-04DDF287E1E6}" dt="2025-12-14T17:11:47.016" v="39" actId="1076"/>
        <pc:sldMkLst>
          <pc:docMk/>
          <pc:sldMk cId="162601461" sldId="261"/>
        </pc:sldMkLst>
        <pc:picChg chg="add mod">
          <ac:chgData name="David Valls Lozano" userId="S::dvalloz@upv.edu.es::56a641d4-514a-42e8-b30c-87a6e344bd44" providerId="AD" clId="Web-{C8285375-FE59-3F18-BE74-04DDF287E1E6}" dt="2025-12-14T17:11:47.016" v="39" actId="1076"/>
          <ac:picMkLst>
            <pc:docMk/>
            <pc:sldMk cId="162601461" sldId="261"/>
            <ac:picMk id="4" creationId="{646120CE-2F07-047B-03D3-12862C722010}"/>
          </ac:picMkLst>
        </pc:picChg>
      </pc:sldChg>
      <pc:sldChg chg="addSp delSp modSp">
        <pc:chgData name="David Valls Lozano" userId="S::dvalloz@upv.edu.es::56a641d4-514a-42e8-b30c-87a6e344bd44" providerId="AD" clId="Web-{C8285375-FE59-3F18-BE74-04DDF287E1E6}" dt="2025-12-14T17:36:39.171" v="363"/>
        <pc:sldMkLst>
          <pc:docMk/>
          <pc:sldMk cId="2415808040" sldId="262"/>
        </pc:sldMkLst>
        <pc:spChg chg="mod">
          <ac:chgData name="David Valls Lozano" userId="S::dvalloz@upv.edu.es::56a641d4-514a-42e8-b30c-87a6e344bd44" providerId="AD" clId="Web-{C8285375-FE59-3F18-BE74-04DDF287E1E6}" dt="2025-12-14T17:27:56.253" v="186" actId="20577"/>
          <ac:spMkLst>
            <pc:docMk/>
            <pc:sldMk cId="2415808040" sldId="262"/>
            <ac:spMk id="2" creationId="{965A646E-3794-BD7B-84A9-F0B7400FEFE9}"/>
          </ac:spMkLst>
        </pc:spChg>
        <pc:spChg chg="add mod">
          <ac:chgData name="David Valls Lozano" userId="S::dvalloz@upv.edu.es::56a641d4-514a-42e8-b30c-87a6e344bd44" providerId="AD" clId="Web-{C8285375-FE59-3F18-BE74-04DDF287E1E6}" dt="2025-12-14T17:34:35.778" v="358" actId="20577"/>
          <ac:spMkLst>
            <pc:docMk/>
            <pc:sldMk cId="2415808040" sldId="262"/>
            <ac:spMk id="5" creationId="{5984F7FA-F908-F2C7-9D9A-1FEF8299ED17}"/>
          </ac:spMkLst>
        </pc:spChg>
        <pc:graphicFrameChg chg="add mod modGraphic">
          <ac:chgData name="David Valls Lozano" userId="S::dvalloz@upv.edu.es::56a641d4-514a-42e8-b30c-87a6e344bd44" providerId="AD" clId="Web-{C8285375-FE59-3F18-BE74-04DDF287E1E6}" dt="2025-12-14T17:36:39.171" v="363"/>
          <ac:graphicFrameMkLst>
            <pc:docMk/>
            <pc:sldMk cId="2415808040" sldId="262"/>
            <ac:graphicFrameMk id="3" creationId="{0C330477-36DB-2180-7932-4FAF32658DB1}"/>
          </ac:graphicFrameMkLst>
        </pc:graphicFrameChg>
      </pc:sldChg>
      <pc:sldChg chg="modSp ord">
        <pc:chgData name="David Valls Lozano" userId="S::dvalloz@upv.edu.es::56a641d4-514a-42e8-b30c-87a6e344bd44" providerId="AD" clId="Web-{C8285375-FE59-3F18-BE74-04DDF287E1E6}" dt="2025-12-14T17:07:11.570" v="32" actId="20577"/>
        <pc:sldMkLst>
          <pc:docMk/>
          <pc:sldMk cId="340797900" sldId="267"/>
        </pc:sldMkLst>
        <pc:graphicFrameChg chg="modGraphic">
          <ac:chgData name="David Valls Lozano" userId="S::dvalloz@upv.edu.es::56a641d4-514a-42e8-b30c-87a6e344bd44" providerId="AD" clId="Web-{C8285375-FE59-3F18-BE74-04DDF287E1E6}" dt="2025-12-14T17:07:11.570" v="32" actId="20577"/>
          <ac:graphicFrameMkLst>
            <pc:docMk/>
            <pc:sldMk cId="340797900" sldId="267"/>
            <ac:graphicFrameMk id="5" creationId="{6602EBBB-8FFA-B04C-1E80-9210F15D3A40}"/>
          </ac:graphicFrameMkLst>
        </pc:graphicFrameChg>
      </pc:sldChg>
      <pc:sldChg chg="add replId">
        <pc:chgData name="David Valls Lozano" userId="S::dvalloz@upv.edu.es::56a641d4-514a-42e8-b30c-87a6e344bd44" providerId="AD" clId="Web-{C8285375-FE59-3F18-BE74-04DDF287E1E6}" dt="2025-12-14T17:27:29.737" v="139"/>
        <pc:sldMkLst>
          <pc:docMk/>
          <pc:sldMk cId="207574607" sldId="271"/>
        </pc:sldMkLst>
      </pc:sldChg>
      <pc:sldChg chg="modSp">
        <pc:chgData name="David Valls Lozano" userId="S::dvalloz@upv.edu.es::56a641d4-514a-42e8-b30c-87a6e344bd44" providerId="AD" clId="Web-{C8285375-FE59-3F18-BE74-04DDF287E1E6}" dt="2025-12-14T17:35:28.045" v="362"/>
        <pc:sldMkLst>
          <pc:docMk/>
          <pc:sldMk cId="2407991155" sldId="272"/>
        </pc:sldMkLst>
        <pc:cxnChg chg="mod">
          <ac:chgData name="David Valls Lozano" userId="S::dvalloz@upv.edu.es::56a641d4-514a-42e8-b30c-87a6e344bd44" providerId="AD" clId="Web-{C8285375-FE59-3F18-BE74-04DDF287E1E6}" dt="2025-12-14T17:35:28.045" v="362"/>
          <ac:cxnSpMkLst>
            <pc:docMk/>
            <pc:sldMk cId="2407991155" sldId="272"/>
            <ac:cxnSpMk id="5" creationId="{7ABA00EC-135A-0516-E953-A87E6F90F74F}"/>
          </ac:cxnSpMkLst>
        </pc:cxnChg>
        <pc:cxnChg chg="mod">
          <ac:chgData name="David Valls Lozano" userId="S::dvalloz@upv.edu.es::56a641d4-514a-42e8-b30c-87a6e344bd44" providerId="AD" clId="Web-{C8285375-FE59-3F18-BE74-04DDF287E1E6}" dt="2025-12-14T17:35:25.545" v="361"/>
          <ac:cxnSpMkLst>
            <pc:docMk/>
            <pc:sldMk cId="2407991155" sldId="272"/>
            <ac:cxnSpMk id="7" creationId="{294F0B80-A3E8-D16C-3CAB-1F4C222FDC1D}"/>
          </ac:cxnSpMkLst>
        </pc:cxnChg>
        <pc:cxnChg chg="mod">
          <ac:chgData name="David Valls Lozano" userId="S::dvalloz@upv.edu.es::56a641d4-514a-42e8-b30c-87a6e344bd44" providerId="AD" clId="Web-{C8285375-FE59-3F18-BE74-04DDF287E1E6}" dt="2025-12-14T17:35:23.279" v="360"/>
          <ac:cxnSpMkLst>
            <pc:docMk/>
            <pc:sldMk cId="2407991155" sldId="272"/>
            <ac:cxnSpMk id="11" creationId="{EE04862E-5C2C-F33E-A119-6424E0CBDE16}"/>
          </ac:cxnSpMkLst>
        </pc:cxnChg>
        <pc:cxnChg chg="mod">
          <ac:chgData name="David Valls Lozano" userId="S::dvalloz@upv.edu.es::56a641d4-514a-42e8-b30c-87a6e344bd44" providerId="AD" clId="Web-{C8285375-FE59-3F18-BE74-04DDF287E1E6}" dt="2025-12-14T17:35:19.529" v="359"/>
          <ac:cxnSpMkLst>
            <pc:docMk/>
            <pc:sldMk cId="2407991155" sldId="272"/>
            <ac:cxnSpMk id="15" creationId="{AD883BDF-D721-BAC5-306C-E46955EB3ED0}"/>
          </ac:cxnSpMkLst>
        </pc:cxnChg>
      </pc:sldChg>
    </pc:docChg>
  </pc:docChgLst>
  <pc:docChgLst>
    <pc:chgData name="David Valls Lozano" userId="S::dvalloz@upv.edu.es::56a641d4-514a-42e8-b30c-87a6e344bd44" providerId="AD" clId="Web-{D05E1172-D48B-D7BD-C286-7492DBB697B8}"/>
    <pc:docChg chg="modSld sldOrd">
      <pc:chgData name="David Valls Lozano" userId="S::dvalloz@upv.edu.es::56a641d4-514a-42e8-b30c-87a6e344bd44" providerId="AD" clId="Web-{D05E1172-D48B-D7BD-C286-7492DBB697B8}" dt="2025-12-14T18:40:07.478" v="455"/>
      <pc:docMkLst>
        <pc:docMk/>
      </pc:docMkLst>
      <pc:sldChg chg="modNotes">
        <pc:chgData name="David Valls Lozano" userId="S::dvalloz@upv.edu.es::56a641d4-514a-42e8-b30c-87a6e344bd44" providerId="AD" clId="Web-{D05E1172-D48B-D7BD-C286-7492DBB697B8}" dt="2025-12-14T18:34:33.266" v="361"/>
        <pc:sldMkLst>
          <pc:docMk/>
          <pc:sldMk cId="3693438853" sldId="256"/>
        </pc:sldMkLst>
      </pc:sldChg>
      <pc:sldChg chg="modNotes">
        <pc:chgData name="David Valls Lozano" userId="S::dvalloz@upv.edu.es::56a641d4-514a-42e8-b30c-87a6e344bd44" providerId="AD" clId="Web-{D05E1172-D48B-D7BD-C286-7492DBB697B8}" dt="2025-12-14T18:34:46.501" v="375"/>
        <pc:sldMkLst>
          <pc:docMk/>
          <pc:sldMk cId="1048682991" sldId="257"/>
        </pc:sldMkLst>
      </pc:sldChg>
      <pc:sldChg chg="modNotes">
        <pc:chgData name="David Valls Lozano" userId="S::dvalloz@upv.edu.es::56a641d4-514a-42e8-b30c-87a6e344bd44" providerId="AD" clId="Web-{D05E1172-D48B-D7BD-C286-7492DBB697B8}" dt="2025-12-14T18:35:46.300" v="405"/>
        <pc:sldMkLst>
          <pc:docMk/>
          <pc:sldMk cId="967090660" sldId="259"/>
        </pc:sldMkLst>
      </pc:sldChg>
      <pc:sldChg chg="modNotes">
        <pc:chgData name="David Valls Lozano" userId="S::dvalloz@upv.edu.es::56a641d4-514a-42e8-b30c-87a6e344bd44" providerId="AD" clId="Web-{D05E1172-D48B-D7BD-C286-7492DBB697B8}" dt="2025-12-14T18:35:52.237" v="408"/>
        <pc:sldMkLst>
          <pc:docMk/>
          <pc:sldMk cId="1197818742" sldId="260"/>
        </pc:sldMkLst>
      </pc:sldChg>
      <pc:sldChg chg="modNotes">
        <pc:chgData name="David Valls Lozano" userId="S::dvalloz@upv.edu.es::56a641d4-514a-42e8-b30c-87a6e344bd44" providerId="AD" clId="Web-{D05E1172-D48B-D7BD-C286-7492DBB697B8}" dt="2025-12-14T18:35:55.941" v="416"/>
        <pc:sldMkLst>
          <pc:docMk/>
          <pc:sldMk cId="162601461" sldId="261"/>
        </pc:sldMkLst>
      </pc:sldChg>
      <pc:sldChg chg="modNotes">
        <pc:chgData name="David Valls Lozano" userId="S::dvalloz@upv.edu.es::56a641d4-514a-42e8-b30c-87a6e344bd44" providerId="AD" clId="Web-{D05E1172-D48B-D7BD-C286-7492DBB697B8}" dt="2025-12-14T18:36:23.285" v="432"/>
        <pc:sldMkLst>
          <pc:docMk/>
          <pc:sldMk cId="2415808040" sldId="262"/>
        </pc:sldMkLst>
      </pc:sldChg>
      <pc:sldChg chg="addSp delSp modSp ord modNotes">
        <pc:chgData name="David Valls Lozano" userId="S::dvalloz@upv.edu.es::56a641d4-514a-42e8-b30c-87a6e344bd44" providerId="AD" clId="Web-{D05E1172-D48B-D7BD-C286-7492DBB697B8}" dt="2025-12-14T18:35:41.753" v="397"/>
        <pc:sldMkLst>
          <pc:docMk/>
          <pc:sldMk cId="1866175262" sldId="263"/>
        </pc:sldMkLst>
        <pc:picChg chg="add mod">
          <ac:chgData name="David Valls Lozano" userId="S::dvalloz@upv.edu.es::56a641d4-514a-42e8-b30c-87a6e344bd44" providerId="AD" clId="Web-{D05E1172-D48B-D7BD-C286-7492DBB697B8}" dt="2025-12-14T17:44:42.072" v="11" actId="14100"/>
          <ac:picMkLst>
            <pc:docMk/>
            <pc:sldMk cId="1866175262" sldId="263"/>
            <ac:picMk id="3" creationId="{E2C1D487-A208-BDCC-B25B-5AE3E8571E88}"/>
          </ac:picMkLst>
        </pc:picChg>
      </pc:sldChg>
      <pc:sldChg chg="modSp ord modNotes">
        <pc:chgData name="David Valls Lozano" userId="S::dvalloz@upv.edu.es::56a641d4-514a-42e8-b30c-87a6e344bd44" providerId="AD" clId="Web-{D05E1172-D48B-D7BD-C286-7492DBB697B8}" dt="2025-12-14T18:36:27.629" v="435"/>
        <pc:sldMkLst>
          <pc:docMk/>
          <pc:sldMk cId="2099238677" sldId="264"/>
        </pc:sldMkLst>
        <pc:spChg chg="mod">
          <ac:chgData name="David Valls Lozano" userId="S::dvalloz@upv.edu.es::56a641d4-514a-42e8-b30c-87a6e344bd44" providerId="AD" clId="Web-{D05E1172-D48B-D7BD-C286-7492DBB697B8}" dt="2025-12-14T17:57:45.667" v="35" actId="20577"/>
          <ac:spMkLst>
            <pc:docMk/>
            <pc:sldMk cId="2099238677" sldId="264"/>
            <ac:spMk id="2" creationId="{FB17B6BF-4C59-A2E7-C81B-3DAD0A621A48}"/>
          </ac:spMkLst>
        </pc:spChg>
        <pc:graphicFrameChg chg="modGraphic">
          <ac:chgData name="David Valls Lozano" userId="S::dvalloz@upv.edu.es::56a641d4-514a-42e8-b30c-87a6e344bd44" providerId="AD" clId="Web-{D05E1172-D48B-D7BD-C286-7492DBB697B8}" dt="2025-12-14T18:00:25.236" v="93" actId="20577"/>
          <ac:graphicFrameMkLst>
            <pc:docMk/>
            <pc:sldMk cId="2099238677" sldId="264"/>
            <ac:graphicFrameMk id="5" creationId="{A6DA6ABF-B1A4-A5E6-4242-16D05E2E1FA5}"/>
          </ac:graphicFrameMkLst>
        </pc:graphicFrameChg>
      </pc:sldChg>
      <pc:sldChg chg="modSp modNotes">
        <pc:chgData name="David Valls Lozano" userId="S::dvalloz@upv.edu.es::56a641d4-514a-42e8-b30c-87a6e344bd44" providerId="AD" clId="Web-{D05E1172-D48B-D7BD-C286-7492DBB697B8}" dt="2025-12-14T18:40:07.478" v="455"/>
        <pc:sldMkLst>
          <pc:docMk/>
          <pc:sldMk cId="1611701993" sldId="265"/>
        </pc:sldMkLst>
        <pc:graphicFrameChg chg="modGraphic">
          <ac:chgData name="David Valls Lozano" userId="S::dvalloz@upv.edu.es::56a641d4-514a-42e8-b30c-87a6e344bd44" providerId="AD" clId="Web-{D05E1172-D48B-D7BD-C286-7492DBB697B8}" dt="2025-12-14T18:17:24.789" v="204" actId="20577"/>
          <ac:graphicFrameMkLst>
            <pc:docMk/>
            <pc:sldMk cId="1611701993" sldId="265"/>
            <ac:graphicFrameMk id="5" creationId="{4D809CD2-17EF-0141-3C6F-DAA256453903}"/>
          </ac:graphicFrameMkLst>
        </pc:graphicFrameChg>
      </pc:sldChg>
      <pc:sldChg chg="modNotes">
        <pc:chgData name="David Valls Lozano" userId="S::dvalloz@upv.edu.es::56a641d4-514a-42e8-b30c-87a6e344bd44" providerId="AD" clId="Web-{D05E1172-D48B-D7BD-C286-7492DBB697B8}" dt="2025-12-14T18:34:43.220" v="371"/>
        <pc:sldMkLst>
          <pc:docMk/>
          <pc:sldMk cId="340797900" sldId="267"/>
        </pc:sldMkLst>
      </pc:sldChg>
      <pc:sldChg chg="modNotes">
        <pc:chgData name="David Valls Lozano" userId="S::dvalloz@upv.edu.es::56a641d4-514a-42e8-b30c-87a6e344bd44" providerId="AD" clId="Web-{D05E1172-D48B-D7BD-C286-7492DBB697B8}" dt="2025-12-14T18:35:31.315" v="379"/>
        <pc:sldMkLst>
          <pc:docMk/>
          <pc:sldMk cId="2975786091" sldId="268"/>
        </pc:sldMkLst>
      </pc:sldChg>
      <pc:sldChg chg="addSp delSp modSp modNotes">
        <pc:chgData name="David Valls Lozano" userId="S::dvalloz@upv.edu.es::56a641d4-514a-42e8-b30c-87a6e344bd44" providerId="AD" clId="Web-{D05E1172-D48B-D7BD-C286-7492DBB697B8}" dt="2025-12-14T18:36:55.317" v="449"/>
        <pc:sldMkLst>
          <pc:docMk/>
          <pc:sldMk cId="3651600424" sldId="269"/>
        </pc:sldMkLst>
        <pc:spChg chg="add del mod">
          <ac:chgData name="David Valls Lozano" userId="S::dvalloz@upv.edu.es::56a641d4-514a-42e8-b30c-87a6e344bd44" providerId="AD" clId="Web-{D05E1172-D48B-D7BD-C286-7492DBB697B8}" dt="2025-12-14T18:07:44.402" v="168" actId="20577"/>
          <ac:spMkLst>
            <pc:docMk/>
            <pc:sldMk cId="3651600424" sldId="269"/>
            <ac:spMk id="2" creationId="{7DEB124A-729D-E213-A55A-2F35F0F724D7}"/>
          </ac:spMkLst>
        </pc:spChg>
      </pc:sldChg>
      <pc:sldChg chg="modSp modNotes">
        <pc:chgData name="David Valls Lozano" userId="S::dvalloz@upv.edu.es::56a641d4-514a-42e8-b30c-87a6e344bd44" providerId="AD" clId="Web-{D05E1172-D48B-D7BD-C286-7492DBB697B8}" dt="2025-12-14T18:34:39.423" v="367"/>
        <pc:sldMkLst>
          <pc:docMk/>
          <pc:sldMk cId="1034522209" sldId="270"/>
        </pc:sldMkLst>
        <pc:spChg chg="mod">
          <ac:chgData name="David Valls Lozano" userId="S::dvalloz@upv.edu.es::56a641d4-514a-42e8-b30c-87a6e344bd44" providerId="AD" clId="Web-{D05E1172-D48B-D7BD-C286-7492DBB697B8}" dt="2025-12-14T18:24:27.892" v="357" actId="20577"/>
          <ac:spMkLst>
            <pc:docMk/>
            <pc:sldMk cId="1034522209" sldId="270"/>
            <ac:spMk id="3" creationId="{54ECD7BD-C3A5-D494-7B16-8837FA0A4EC5}"/>
          </ac:spMkLst>
        </pc:spChg>
      </pc:sldChg>
      <pc:sldChg chg="modSp modNotes">
        <pc:chgData name="David Valls Lozano" userId="S::dvalloz@upv.edu.es::56a641d4-514a-42e8-b30c-87a6e344bd44" providerId="AD" clId="Web-{D05E1172-D48B-D7BD-C286-7492DBB697B8}" dt="2025-12-14T18:36:41.317" v="440"/>
        <pc:sldMkLst>
          <pc:docMk/>
          <pc:sldMk cId="207574607" sldId="271"/>
        </pc:sldMkLst>
        <pc:spChg chg="mod">
          <ac:chgData name="David Valls Lozano" userId="S::dvalloz@upv.edu.es::56a641d4-514a-42e8-b30c-87a6e344bd44" providerId="AD" clId="Web-{D05E1172-D48B-D7BD-C286-7492DBB697B8}" dt="2025-12-14T18:00:36.877" v="96" actId="20577"/>
          <ac:spMkLst>
            <pc:docMk/>
            <pc:sldMk cId="207574607" sldId="271"/>
            <ac:spMk id="2" creationId="{F7CA25F3-3D85-8686-A9A7-AF06EA70CD1F}"/>
          </ac:spMkLst>
        </pc:spChg>
      </pc:sldChg>
      <pc:sldChg chg="modNotes">
        <pc:chgData name="David Valls Lozano" userId="S::dvalloz@upv.edu.es::56a641d4-514a-42e8-b30c-87a6e344bd44" providerId="AD" clId="Web-{D05E1172-D48B-D7BD-C286-7492DBB697B8}" dt="2025-12-14T18:35:37.831" v="391"/>
        <pc:sldMkLst>
          <pc:docMk/>
          <pc:sldMk cId="2407991155" sldId="272"/>
        </pc:sldMkLst>
      </pc:sldChg>
    </pc:docChg>
  </pc:docChgLst>
  <pc:docChgLst>
    <pc:chgData name="Enrique Such Andreu" userId="e6520695-b170-4e64-ac48-377fb551e0cf" providerId="ADAL" clId="{10143BAD-EF84-43DA-9932-06D8DC2FC707}"/>
    <pc:docChg chg="undo custSel addSld delSld modSld sldOrd">
      <pc:chgData name="Enrique Such Andreu" userId="e6520695-b170-4e64-ac48-377fb551e0cf" providerId="ADAL" clId="{10143BAD-EF84-43DA-9932-06D8DC2FC707}" dt="2025-12-18T17:29:14.867" v="988" actId="20577"/>
      <pc:docMkLst>
        <pc:docMk/>
      </pc:docMkLst>
      <pc:sldChg chg="addSp delSp modSp mod modNotesTx">
        <pc:chgData name="Enrique Such Andreu" userId="e6520695-b170-4e64-ac48-377fb551e0cf" providerId="ADAL" clId="{10143BAD-EF84-43DA-9932-06D8DC2FC707}" dt="2025-12-14T18:30:26.034" v="813" actId="1076"/>
        <pc:sldMkLst>
          <pc:docMk/>
          <pc:sldMk cId="3693438853" sldId="256"/>
        </pc:sldMkLst>
        <pc:spChg chg="mod">
          <ac:chgData name="Enrique Such Andreu" userId="e6520695-b170-4e64-ac48-377fb551e0cf" providerId="ADAL" clId="{10143BAD-EF84-43DA-9932-06D8DC2FC707}" dt="2025-12-14T17:22:21.074" v="241" actId="26606"/>
          <ac:spMkLst>
            <pc:docMk/>
            <pc:sldMk cId="3693438853" sldId="256"/>
            <ac:spMk id="2" creationId="{24AF8256-33EF-EDA3-C9DF-615F7CE94D2B}"/>
          </ac:spMkLst>
        </pc:spChg>
        <pc:spChg chg="mod">
          <ac:chgData name="Enrique Such Andreu" userId="e6520695-b170-4e64-ac48-377fb551e0cf" providerId="ADAL" clId="{10143BAD-EF84-43DA-9932-06D8DC2FC707}" dt="2025-12-14T18:30:26.034" v="813" actId="1076"/>
          <ac:spMkLst>
            <pc:docMk/>
            <pc:sldMk cId="3693438853" sldId="256"/>
            <ac:spMk id="3" creationId="{77941CFA-6220-37D7-C630-041EDF8079B6}"/>
          </ac:spMkLst>
        </pc:spChg>
        <pc:spChg chg="add">
          <ac:chgData name="Enrique Such Andreu" userId="e6520695-b170-4e64-ac48-377fb551e0cf" providerId="ADAL" clId="{10143BAD-EF84-43DA-9932-06D8DC2FC707}" dt="2025-12-14T17:22:21.074" v="241" actId="26606"/>
          <ac:spMkLst>
            <pc:docMk/>
            <pc:sldMk cId="3693438853" sldId="256"/>
            <ac:spMk id="32" creationId="{1DF91F20-B96F-4F77-AC3E-2CDD3BAA10C2}"/>
          </ac:spMkLst>
        </pc:spChg>
        <pc:spChg chg="add">
          <ac:chgData name="Enrique Such Andreu" userId="e6520695-b170-4e64-ac48-377fb551e0cf" providerId="ADAL" clId="{10143BAD-EF84-43DA-9932-06D8DC2FC707}" dt="2025-12-14T17:22:21.074" v="241" actId="26606"/>
          <ac:spMkLst>
            <pc:docMk/>
            <pc:sldMk cId="3693438853" sldId="256"/>
            <ac:spMk id="34" creationId="{C3D487F7-9050-4871-B351-34A72ADB296C}"/>
          </ac:spMkLst>
        </pc:spChg>
        <pc:spChg chg="add">
          <ac:chgData name="Enrique Such Andreu" userId="e6520695-b170-4e64-ac48-377fb551e0cf" providerId="ADAL" clId="{10143BAD-EF84-43DA-9932-06D8DC2FC707}" dt="2025-12-14T17:22:21.074" v="241" actId="26606"/>
          <ac:spMkLst>
            <pc:docMk/>
            <pc:sldMk cId="3693438853" sldId="256"/>
            <ac:spMk id="38" creationId="{C84384FE-1C88-4CAA-8FB8-2313A3AE734D}"/>
          </ac:spMkLst>
        </pc:spChg>
        <pc:spChg chg="add">
          <ac:chgData name="Enrique Such Andreu" userId="e6520695-b170-4e64-ac48-377fb551e0cf" providerId="ADAL" clId="{10143BAD-EF84-43DA-9932-06D8DC2FC707}" dt="2025-12-14T17:22:21.074" v="241" actId="26606"/>
          <ac:spMkLst>
            <pc:docMk/>
            <pc:sldMk cId="3693438853" sldId="256"/>
            <ac:spMk id="40" creationId="{87B6A113-58CD-406C-BCE4-6E1F1F2BE696}"/>
          </ac:spMkLst>
        </pc:spChg>
        <pc:spChg chg="add">
          <ac:chgData name="Enrique Such Andreu" userId="e6520695-b170-4e64-ac48-377fb551e0cf" providerId="ADAL" clId="{10143BAD-EF84-43DA-9932-06D8DC2FC707}" dt="2025-12-14T17:22:21.074" v="241" actId="26606"/>
          <ac:spMkLst>
            <pc:docMk/>
            <pc:sldMk cId="3693438853" sldId="256"/>
            <ac:spMk id="42" creationId="{05A1AA86-B7E6-4C02-AA34-F1A25CD4CCBD}"/>
          </ac:spMkLst>
        </pc:spChg>
        <pc:picChg chg="mod">
          <ac:chgData name="Enrique Such Andreu" userId="e6520695-b170-4e64-ac48-377fb551e0cf" providerId="ADAL" clId="{10143BAD-EF84-43DA-9932-06D8DC2FC707}" dt="2025-12-14T16:56:02.569" v="29" actId="1076"/>
          <ac:picMkLst>
            <pc:docMk/>
            <pc:sldMk cId="3693438853" sldId="256"/>
            <ac:picMk id="7" creationId="{F6EA766A-EBA1-CB59-0E23-DF301A69E556}"/>
          </ac:picMkLst>
        </pc:picChg>
      </pc:sldChg>
      <pc:sldChg chg="addSp delSp modSp mod modNotesTx">
        <pc:chgData name="Enrique Such Andreu" userId="e6520695-b170-4e64-ac48-377fb551e0cf" providerId="ADAL" clId="{10143BAD-EF84-43DA-9932-06D8DC2FC707}" dt="2025-12-16T01:38:55.024" v="929" actId="207"/>
        <pc:sldMkLst>
          <pc:docMk/>
          <pc:sldMk cId="1048682991" sldId="257"/>
        </pc:sldMkLst>
        <pc:spChg chg="mod">
          <ac:chgData name="Enrique Such Andreu" userId="e6520695-b170-4e64-ac48-377fb551e0cf" providerId="ADAL" clId="{10143BAD-EF84-43DA-9932-06D8DC2FC707}" dt="2025-12-14T17:01:02.877" v="71" actId="26606"/>
          <ac:spMkLst>
            <pc:docMk/>
            <pc:sldMk cId="1048682991" sldId="257"/>
            <ac:spMk id="2" creationId="{17374C2C-A5F2-3F00-948D-CC7A32B95078}"/>
          </ac:spMkLst>
        </pc:spChg>
        <pc:spChg chg="add">
          <ac:chgData name="Enrique Such Andreu" userId="e6520695-b170-4e64-ac48-377fb551e0cf" providerId="ADAL" clId="{10143BAD-EF84-43DA-9932-06D8DC2FC707}" dt="2025-12-14T17:01:02.877" v="71" actId="26606"/>
          <ac:spMkLst>
            <pc:docMk/>
            <pc:sldMk cId="1048682991" sldId="257"/>
            <ac:spMk id="22" creationId="{BACC6370-2D7E-4714-9D71-7542949D7D5D}"/>
          </ac:spMkLst>
        </pc:spChg>
        <pc:spChg chg="add">
          <ac:chgData name="Enrique Such Andreu" userId="e6520695-b170-4e64-ac48-377fb551e0cf" providerId="ADAL" clId="{10143BAD-EF84-43DA-9932-06D8DC2FC707}" dt="2025-12-14T17:01:02.877" v="71" actId="26606"/>
          <ac:spMkLst>
            <pc:docMk/>
            <pc:sldMk cId="1048682991" sldId="257"/>
            <ac:spMk id="24" creationId="{F68B3F68-107C-434F-AA38-110D5EA91B85}"/>
          </ac:spMkLst>
        </pc:spChg>
        <pc:spChg chg="add">
          <ac:chgData name="Enrique Such Andreu" userId="e6520695-b170-4e64-ac48-377fb551e0cf" providerId="ADAL" clId="{10143BAD-EF84-43DA-9932-06D8DC2FC707}" dt="2025-12-14T17:01:02.877" v="71" actId="26606"/>
          <ac:spMkLst>
            <pc:docMk/>
            <pc:sldMk cId="1048682991" sldId="257"/>
            <ac:spMk id="26" creationId="{AAD0DBB9-1A4B-4391-81D4-CB19F9AB918A}"/>
          </ac:spMkLst>
        </pc:spChg>
        <pc:graphicFrameChg chg="mod">
          <ac:chgData name="Enrique Such Andreu" userId="e6520695-b170-4e64-ac48-377fb551e0cf" providerId="ADAL" clId="{10143BAD-EF84-43DA-9932-06D8DC2FC707}" dt="2025-12-16T01:38:55.024" v="929" actId="207"/>
          <ac:graphicFrameMkLst>
            <pc:docMk/>
            <pc:sldMk cId="1048682991" sldId="257"/>
            <ac:graphicFrameMk id="18" creationId="{11F1EAEB-D62D-27A9-1EEF-9E0DAC501137}"/>
          </ac:graphicFrameMkLst>
        </pc:graphicFrameChg>
      </pc:sldChg>
      <pc:sldChg chg="addSp delSp modSp mod ord modNotesTx">
        <pc:chgData name="Enrique Such Andreu" userId="e6520695-b170-4e64-ac48-377fb551e0cf" providerId="ADAL" clId="{10143BAD-EF84-43DA-9932-06D8DC2FC707}" dt="2025-12-16T01:38:08.668" v="919" actId="2085"/>
        <pc:sldMkLst>
          <pc:docMk/>
          <pc:sldMk cId="967090660" sldId="259"/>
        </pc:sldMkLst>
        <pc:spChg chg="mod">
          <ac:chgData name="Enrique Such Andreu" userId="e6520695-b170-4e64-ac48-377fb551e0cf" providerId="ADAL" clId="{10143BAD-EF84-43DA-9932-06D8DC2FC707}" dt="2025-12-14T17:25:33.723" v="279" actId="26606"/>
          <ac:spMkLst>
            <pc:docMk/>
            <pc:sldMk cId="967090660" sldId="259"/>
            <ac:spMk id="2" creationId="{52EDABFF-1BAC-2CB5-0CDC-876387D89975}"/>
          </ac:spMkLst>
        </pc:spChg>
        <pc:spChg chg="add">
          <ac:chgData name="Enrique Such Andreu" userId="e6520695-b170-4e64-ac48-377fb551e0cf" providerId="ADAL" clId="{10143BAD-EF84-43DA-9932-06D8DC2FC707}" dt="2025-12-14T17:25:33.723" v="279" actId="26606"/>
          <ac:spMkLst>
            <pc:docMk/>
            <pc:sldMk cId="967090660" sldId="259"/>
            <ac:spMk id="24" creationId="{BACC6370-2D7E-4714-9D71-7542949D7D5D}"/>
          </ac:spMkLst>
        </pc:spChg>
        <pc:spChg chg="add">
          <ac:chgData name="Enrique Such Andreu" userId="e6520695-b170-4e64-ac48-377fb551e0cf" providerId="ADAL" clId="{10143BAD-EF84-43DA-9932-06D8DC2FC707}" dt="2025-12-14T17:25:33.723" v="279" actId="26606"/>
          <ac:spMkLst>
            <pc:docMk/>
            <pc:sldMk cId="967090660" sldId="259"/>
            <ac:spMk id="26" creationId="{F68B3F68-107C-434F-AA38-110D5EA91B85}"/>
          </ac:spMkLst>
        </pc:spChg>
        <pc:spChg chg="add">
          <ac:chgData name="Enrique Such Andreu" userId="e6520695-b170-4e64-ac48-377fb551e0cf" providerId="ADAL" clId="{10143BAD-EF84-43DA-9932-06D8DC2FC707}" dt="2025-12-14T17:25:33.723" v="279" actId="26606"/>
          <ac:spMkLst>
            <pc:docMk/>
            <pc:sldMk cId="967090660" sldId="259"/>
            <ac:spMk id="28" creationId="{AAD0DBB9-1A4B-4391-81D4-CB19F9AB918A}"/>
          </ac:spMkLst>
        </pc:spChg>
        <pc:spChg chg="add">
          <ac:chgData name="Enrique Such Andreu" userId="e6520695-b170-4e64-ac48-377fb551e0cf" providerId="ADAL" clId="{10143BAD-EF84-43DA-9932-06D8DC2FC707}" dt="2025-12-14T17:25:33.723" v="279" actId="26606"/>
          <ac:spMkLst>
            <pc:docMk/>
            <pc:sldMk cId="967090660" sldId="259"/>
            <ac:spMk id="30" creationId="{063BBA22-50EA-4C4D-BE05-F1CE4E63AA56}"/>
          </ac:spMkLst>
        </pc:spChg>
        <pc:graphicFrameChg chg="mod modGraphic">
          <ac:chgData name="Enrique Such Andreu" userId="e6520695-b170-4e64-ac48-377fb551e0cf" providerId="ADAL" clId="{10143BAD-EF84-43DA-9932-06D8DC2FC707}" dt="2025-12-16T01:38:08.668" v="919" actId="2085"/>
          <ac:graphicFrameMkLst>
            <pc:docMk/>
            <pc:sldMk cId="967090660" sldId="259"/>
            <ac:graphicFrameMk id="5" creationId="{2AC16346-B009-2A9F-F3DB-D0BAFA3BD1D5}"/>
          </ac:graphicFrameMkLst>
        </pc:graphicFrameChg>
      </pc:sldChg>
      <pc:sldChg chg="addSp delSp modSp mod setBg modNotesTx">
        <pc:chgData name="Enrique Such Andreu" userId="e6520695-b170-4e64-ac48-377fb551e0cf" providerId="ADAL" clId="{10143BAD-EF84-43DA-9932-06D8DC2FC707}" dt="2025-12-14T18:12:31.550" v="548" actId="20577"/>
        <pc:sldMkLst>
          <pc:docMk/>
          <pc:sldMk cId="1197818742" sldId="260"/>
        </pc:sldMkLst>
        <pc:spChg chg="mod">
          <ac:chgData name="Enrique Such Andreu" userId="e6520695-b170-4e64-ac48-377fb551e0cf" providerId="ADAL" clId="{10143BAD-EF84-43DA-9932-06D8DC2FC707}" dt="2025-12-14T17:21:59.728" v="240" actId="121"/>
          <ac:spMkLst>
            <pc:docMk/>
            <pc:sldMk cId="1197818742" sldId="260"/>
            <ac:spMk id="2" creationId="{86F560C0-AEE2-2EBA-F3E6-DF9677F58038}"/>
          </ac:spMkLst>
        </pc:spChg>
        <pc:spChg chg="add">
          <ac:chgData name="Enrique Such Andreu" userId="e6520695-b170-4e64-ac48-377fb551e0cf" providerId="ADAL" clId="{10143BAD-EF84-43DA-9932-06D8DC2FC707}" dt="2025-12-14T17:21:12.511" v="232" actId="26606"/>
          <ac:spMkLst>
            <pc:docMk/>
            <pc:sldMk cId="1197818742" sldId="260"/>
            <ac:spMk id="31" creationId="{A8384FB5-9ADC-4DDC-881B-597D56F5B15D}"/>
          </ac:spMkLst>
        </pc:spChg>
        <pc:spChg chg="add">
          <ac:chgData name="Enrique Such Andreu" userId="e6520695-b170-4e64-ac48-377fb551e0cf" providerId="ADAL" clId="{10143BAD-EF84-43DA-9932-06D8DC2FC707}" dt="2025-12-14T17:21:12.511" v="232" actId="26606"/>
          <ac:spMkLst>
            <pc:docMk/>
            <pc:sldMk cId="1197818742" sldId="260"/>
            <ac:spMk id="33" creationId="{91E5A9A7-95C6-4F4F-B00E-C82E07FE62EF}"/>
          </ac:spMkLst>
        </pc:spChg>
        <pc:spChg chg="add">
          <ac:chgData name="Enrique Such Andreu" userId="e6520695-b170-4e64-ac48-377fb551e0cf" providerId="ADAL" clId="{10143BAD-EF84-43DA-9932-06D8DC2FC707}" dt="2025-12-14T17:21:12.511" v="232" actId="26606"/>
          <ac:spMkLst>
            <pc:docMk/>
            <pc:sldMk cId="1197818742" sldId="260"/>
            <ac:spMk id="35" creationId="{D07DD2DE-F619-49DD-B5E7-03A290FF4ED1}"/>
          </ac:spMkLst>
        </pc:spChg>
        <pc:spChg chg="add">
          <ac:chgData name="Enrique Such Andreu" userId="e6520695-b170-4e64-ac48-377fb551e0cf" providerId="ADAL" clId="{10143BAD-EF84-43DA-9932-06D8DC2FC707}" dt="2025-12-14T17:21:12.511" v="232" actId="26606"/>
          <ac:spMkLst>
            <pc:docMk/>
            <pc:sldMk cId="1197818742" sldId="260"/>
            <ac:spMk id="39" creationId="{F8260ED5-17F7-4158-B241-D51DD4CF1B7E}"/>
          </ac:spMkLst>
        </pc:spChg>
        <pc:picChg chg="mod">
          <ac:chgData name="Enrique Such Andreu" userId="e6520695-b170-4e64-ac48-377fb551e0cf" providerId="ADAL" clId="{10143BAD-EF84-43DA-9932-06D8DC2FC707}" dt="2025-12-14T17:20:49.317" v="229" actId="26606"/>
          <ac:picMkLst>
            <pc:docMk/>
            <pc:sldMk cId="1197818742" sldId="260"/>
            <ac:picMk id="4" creationId="{03A51F55-F4CB-42C9-9D60-B80E9D18A074}"/>
          </ac:picMkLst>
        </pc:picChg>
      </pc:sldChg>
      <pc:sldChg chg="addSp delSp modSp mod setBg modNotesTx">
        <pc:chgData name="Enrique Such Andreu" userId="e6520695-b170-4e64-ac48-377fb551e0cf" providerId="ADAL" clId="{10143BAD-EF84-43DA-9932-06D8DC2FC707}" dt="2025-12-14T18:12:28.320" v="547" actId="20577"/>
        <pc:sldMkLst>
          <pc:docMk/>
          <pc:sldMk cId="162601461" sldId="261"/>
        </pc:sldMkLst>
        <pc:spChg chg="mod">
          <ac:chgData name="Enrique Such Andreu" userId="e6520695-b170-4e64-ac48-377fb551e0cf" providerId="ADAL" clId="{10143BAD-EF84-43DA-9932-06D8DC2FC707}" dt="2025-12-14T17:21:56.302" v="239" actId="121"/>
          <ac:spMkLst>
            <pc:docMk/>
            <pc:sldMk cId="162601461" sldId="261"/>
            <ac:spMk id="2" creationId="{D4513894-62A5-21FE-3542-5F60E0A64209}"/>
          </ac:spMkLst>
        </pc:spChg>
        <pc:spChg chg="add">
          <ac:chgData name="Enrique Such Andreu" userId="e6520695-b170-4e64-ac48-377fb551e0cf" providerId="ADAL" clId="{10143BAD-EF84-43DA-9932-06D8DC2FC707}" dt="2025-12-14T17:20:56.064" v="230" actId="26606"/>
          <ac:spMkLst>
            <pc:docMk/>
            <pc:sldMk cId="162601461" sldId="261"/>
            <ac:spMk id="16" creationId="{A8384FB5-9ADC-4DDC-881B-597D56F5B15D}"/>
          </ac:spMkLst>
        </pc:spChg>
        <pc:spChg chg="add">
          <ac:chgData name="Enrique Such Andreu" userId="e6520695-b170-4e64-ac48-377fb551e0cf" providerId="ADAL" clId="{10143BAD-EF84-43DA-9932-06D8DC2FC707}" dt="2025-12-14T17:20:56.064" v="230" actId="26606"/>
          <ac:spMkLst>
            <pc:docMk/>
            <pc:sldMk cId="162601461" sldId="261"/>
            <ac:spMk id="18" creationId="{91E5A9A7-95C6-4F4F-B00E-C82E07FE62EF}"/>
          </ac:spMkLst>
        </pc:spChg>
        <pc:spChg chg="add">
          <ac:chgData name="Enrique Such Andreu" userId="e6520695-b170-4e64-ac48-377fb551e0cf" providerId="ADAL" clId="{10143BAD-EF84-43DA-9932-06D8DC2FC707}" dt="2025-12-14T17:20:56.064" v="230" actId="26606"/>
          <ac:spMkLst>
            <pc:docMk/>
            <pc:sldMk cId="162601461" sldId="261"/>
            <ac:spMk id="20" creationId="{D07DD2DE-F619-49DD-B5E7-03A290FF4ED1}"/>
          </ac:spMkLst>
        </pc:spChg>
        <pc:spChg chg="add">
          <ac:chgData name="Enrique Such Andreu" userId="e6520695-b170-4e64-ac48-377fb551e0cf" providerId="ADAL" clId="{10143BAD-EF84-43DA-9932-06D8DC2FC707}" dt="2025-12-14T17:20:56.064" v="230" actId="26606"/>
          <ac:spMkLst>
            <pc:docMk/>
            <pc:sldMk cId="162601461" sldId="261"/>
            <ac:spMk id="22" creationId="{85149191-5F60-4A28-AAFF-039F96B0F3EC}"/>
          </ac:spMkLst>
        </pc:spChg>
        <pc:spChg chg="add">
          <ac:chgData name="Enrique Such Andreu" userId="e6520695-b170-4e64-ac48-377fb551e0cf" providerId="ADAL" clId="{10143BAD-EF84-43DA-9932-06D8DC2FC707}" dt="2025-12-14T17:20:56.064" v="230" actId="26606"/>
          <ac:spMkLst>
            <pc:docMk/>
            <pc:sldMk cId="162601461" sldId="261"/>
            <ac:spMk id="24" creationId="{F8260ED5-17F7-4158-B241-D51DD4CF1B7E}"/>
          </ac:spMkLst>
        </pc:spChg>
        <pc:picChg chg="mod">
          <ac:chgData name="Enrique Such Andreu" userId="e6520695-b170-4e64-ac48-377fb551e0cf" providerId="ADAL" clId="{10143BAD-EF84-43DA-9932-06D8DC2FC707}" dt="2025-12-14T17:20:56.064" v="230" actId="26606"/>
          <ac:picMkLst>
            <pc:docMk/>
            <pc:sldMk cId="162601461" sldId="261"/>
            <ac:picMk id="4" creationId="{646120CE-2F07-047B-03D3-12862C722010}"/>
          </ac:picMkLst>
        </pc:picChg>
      </pc:sldChg>
      <pc:sldChg chg="modSp mod modNotesTx">
        <pc:chgData name="Enrique Such Andreu" userId="e6520695-b170-4e64-ac48-377fb551e0cf" providerId="ADAL" clId="{10143BAD-EF84-43DA-9932-06D8DC2FC707}" dt="2025-12-15T02:06:05.951" v="865" actId="20577"/>
        <pc:sldMkLst>
          <pc:docMk/>
          <pc:sldMk cId="2415808040" sldId="262"/>
        </pc:sldMkLst>
        <pc:spChg chg="mod">
          <ac:chgData name="Enrique Such Andreu" userId="e6520695-b170-4e64-ac48-377fb551e0cf" providerId="ADAL" clId="{10143BAD-EF84-43DA-9932-06D8DC2FC707}" dt="2025-12-14T17:44:21.954" v="448" actId="20577"/>
          <ac:spMkLst>
            <pc:docMk/>
            <pc:sldMk cId="2415808040" sldId="262"/>
            <ac:spMk id="2" creationId="{965A646E-3794-BD7B-84A9-F0B7400FEFE9}"/>
          </ac:spMkLst>
        </pc:spChg>
        <pc:spChg chg="mod">
          <ac:chgData name="Enrique Such Andreu" userId="e6520695-b170-4e64-ac48-377fb551e0cf" providerId="ADAL" clId="{10143BAD-EF84-43DA-9932-06D8DC2FC707}" dt="2025-12-15T02:06:05.951" v="865" actId="20577"/>
          <ac:spMkLst>
            <pc:docMk/>
            <pc:sldMk cId="2415808040" sldId="262"/>
            <ac:spMk id="5" creationId="{5984F7FA-F908-F2C7-9D9A-1FEF8299ED17}"/>
          </ac:spMkLst>
        </pc:spChg>
        <pc:graphicFrameChg chg="mod modGraphic">
          <ac:chgData name="Enrique Such Andreu" userId="e6520695-b170-4e64-ac48-377fb551e0cf" providerId="ADAL" clId="{10143BAD-EF84-43DA-9932-06D8DC2FC707}" dt="2025-12-14T17:35:23.109" v="362" actId="1076"/>
          <ac:graphicFrameMkLst>
            <pc:docMk/>
            <pc:sldMk cId="2415808040" sldId="262"/>
            <ac:graphicFrameMk id="3" creationId="{0C330477-36DB-2180-7932-4FAF32658DB1}"/>
          </ac:graphicFrameMkLst>
        </pc:graphicFrameChg>
      </pc:sldChg>
      <pc:sldChg chg="modSp mod modNotesTx">
        <pc:chgData name="Enrique Such Andreu" userId="e6520695-b170-4e64-ac48-377fb551e0cf" providerId="ADAL" clId="{10143BAD-EF84-43DA-9932-06D8DC2FC707}" dt="2025-12-15T02:04:35.627" v="859" actId="121"/>
        <pc:sldMkLst>
          <pc:docMk/>
          <pc:sldMk cId="1866175262" sldId="263"/>
        </pc:sldMkLst>
        <pc:spChg chg="mod">
          <ac:chgData name="Enrique Such Andreu" userId="e6520695-b170-4e64-ac48-377fb551e0cf" providerId="ADAL" clId="{10143BAD-EF84-43DA-9932-06D8DC2FC707}" dt="2025-12-15T02:04:35.627" v="859" actId="121"/>
          <ac:spMkLst>
            <pc:docMk/>
            <pc:sldMk cId="1866175262" sldId="263"/>
            <ac:spMk id="2" creationId="{C798B30F-263F-6061-8C4E-314F8B651E04}"/>
          </ac:spMkLst>
        </pc:spChg>
      </pc:sldChg>
      <pc:sldChg chg="addSp delSp modSp mod ord modNotesTx">
        <pc:chgData name="Enrique Such Andreu" userId="e6520695-b170-4e64-ac48-377fb551e0cf" providerId="ADAL" clId="{10143BAD-EF84-43DA-9932-06D8DC2FC707}" dt="2025-12-16T01:37:53.504" v="916" actId="207"/>
        <pc:sldMkLst>
          <pc:docMk/>
          <pc:sldMk cId="2099238677" sldId="264"/>
        </pc:sldMkLst>
        <pc:spChg chg="mod">
          <ac:chgData name="Enrique Such Andreu" userId="e6520695-b170-4e64-ac48-377fb551e0cf" providerId="ADAL" clId="{10143BAD-EF84-43DA-9932-06D8DC2FC707}" dt="2025-12-14T18:10:35.651" v="527" actId="1076"/>
          <ac:spMkLst>
            <pc:docMk/>
            <pc:sldMk cId="2099238677" sldId="264"/>
            <ac:spMk id="2" creationId="{FB17B6BF-4C59-A2E7-C81B-3DAD0A621A48}"/>
          </ac:spMkLst>
        </pc:spChg>
        <pc:spChg chg="add">
          <ac:chgData name="Enrique Such Andreu" userId="e6520695-b170-4e64-ac48-377fb551e0cf" providerId="ADAL" clId="{10143BAD-EF84-43DA-9932-06D8DC2FC707}" dt="2025-12-14T17:52:57.887" v="458" actId="26606"/>
          <ac:spMkLst>
            <pc:docMk/>
            <pc:sldMk cId="2099238677" sldId="264"/>
            <ac:spMk id="20" creationId="{BACC6370-2D7E-4714-9D71-7542949D7D5D}"/>
          </ac:spMkLst>
        </pc:spChg>
        <pc:spChg chg="add">
          <ac:chgData name="Enrique Such Andreu" userId="e6520695-b170-4e64-ac48-377fb551e0cf" providerId="ADAL" clId="{10143BAD-EF84-43DA-9932-06D8DC2FC707}" dt="2025-12-14T17:52:57.887" v="458" actId="26606"/>
          <ac:spMkLst>
            <pc:docMk/>
            <pc:sldMk cId="2099238677" sldId="264"/>
            <ac:spMk id="22" creationId="{F68B3F68-107C-434F-AA38-110D5EA91B85}"/>
          </ac:spMkLst>
        </pc:spChg>
        <pc:spChg chg="add">
          <ac:chgData name="Enrique Such Andreu" userId="e6520695-b170-4e64-ac48-377fb551e0cf" providerId="ADAL" clId="{10143BAD-EF84-43DA-9932-06D8DC2FC707}" dt="2025-12-14T17:52:57.887" v="458" actId="26606"/>
          <ac:spMkLst>
            <pc:docMk/>
            <pc:sldMk cId="2099238677" sldId="264"/>
            <ac:spMk id="24" creationId="{AAD0DBB9-1A4B-4391-81D4-CB19F9AB918A}"/>
          </ac:spMkLst>
        </pc:spChg>
        <pc:spChg chg="add">
          <ac:chgData name="Enrique Such Andreu" userId="e6520695-b170-4e64-ac48-377fb551e0cf" providerId="ADAL" clId="{10143BAD-EF84-43DA-9932-06D8DC2FC707}" dt="2025-12-14T17:52:57.887" v="458" actId="26606"/>
          <ac:spMkLst>
            <pc:docMk/>
            <pc:sldMk cId="2099238677" sldId="264"/>
            <ac:spMk id="26" creationId="{063BBA22-50EA-4C4D-BE05-F1CE4E63AA56}"/>
          </ac:spMkLst>
        </pc:spChg>
        <pc:graphicFrameChg chg="mod modGraphic">
          <ac:chgData name="Enrique Such Andreu" userId="e6520695-b170-4e64-ac48-377fb551e0cf" providerId="ADAL" clId="{10143BAD-EF84-43DA-9932-06D8DC2FC707}" dt="2025-12-16T01:37:53.504" v="916" actId="207"/>
          <ac:graphicFrameMkLst>
            <pc:docMk/>
            <pc:sldMk cId="2099238677" sldId="264"/>
            <ac:graphicFrameMk id="5" creationId="{A6DA6ABF-B1A4-A5E6-4242-16D05E2E1FA5}"/>
          </ac:graphicFrameMkLst>
        </pc:graphicFrameChg>
      </pc:sldChg>
      <pc:sldChg chg="modSp mod modNotesTx">
        <pc:chgData name="Enrique Such Andreu" userId="e6520695-b170-4e64-ac48-377fb551e0cf" providerId="ADAL" clId="{10143BAD-EF84-43DA-9932-06D8DC2FC707}" dt="2025-12-16T01:40:13.774" v="943" actId="207"/>
        <pc:sldMkLst>
          <pc:docMk/>
          <pc:sldMk cId="1611701993" sldId="265"/>
        </pc:sldMkLst>
        <pc:spChg chg="mod">
          <ac:chgData name="Enrique Such Andreu" userId="e6520695-b170-4e64-ac48-377fb551e0cf" providerId="ADAL" clId="{10143BAD-EF84-43DA-9932-06D8DC2FC707}" dt="2025-12-14T18:14:24.799" v="568" actId="20577"/>
          <ac:spMkLst>
            <pc:docMk/>
            <pc:sldMk cId="1611701993" sldId="265"/>
            <ac:spMk id="2" creationId="{A75D10AB-35DE-4345-72CF-40279A50DDAE}"/>
          </ac:spMkLst>
        </pc:spChg>
        <pc:graphicFrameChg chg="mod modGraphic">
          <ac:chgData name="Enrique Such Andreu" userId="e6520695-b170-4e64-ac48-377fb551e0cf" providerId="ADAL" clId="{10143BAD-EF84-43DA-9932-06D8DC2FC707}" dt="2025-12-16T01:40:13.774" v="943" actId="207"/>
          <ac:graphicFrameMkLst>
            <pc:docMk/>
            <pc:sldMk cId="1611701993" sldId="265"/>
            <ac:graphicFrameMk id="5" creationId="{4D809CD2-17EF-0141-3C6F-DAA256453903}"/>
          </ac:graphicFrameMkLst>
        </pc:graphicFrameChg>
      </pc:sldChg>
      <pc:sldChg chg="addSp delSp modSp mod setBg delAnim modAnim setClrOvrMap modNotesTx">
        <pc:chgData name="Enrique Such Andreu" userId="e6520695-b170-4e64-ac48-377fb551e0cf" providerId="ADAL" clId="{10143BAD-EF84-43DA-9932-06D8DC2FC707}" dt="2025-12-14T18:48:00.914" v="830" actId="478"/>
        <pc:sldMkLst>
          <pc:docMk/>
          <pc:sldMk cId="1581253455" sldId="266"/>
        </pc:sldMkLst>
        <pc:spChg chg="mod">
          <ac:chgData name="Enrique Such Andreu" userId="e6520695-b170-4e64-ac48-377fb551e0cf" providerId="ADAL" clId="{10143BAD-EF84-43DA-9932-06D8DC2FC707}" dt="2025-12-14T16:54:29.464" v="24" actId="26606"/>
          <ac:spMkLst>
            <pc:docMk/>
            <pc:sldMk cId="1581253455" sldId="266"/>
            <ac:spMk id="2" creationId="{2854F7A4-EE67-8982-29D7-C12320C2C9C3}"/>
          </ac:spMkLst>
        </pc:spChg>
        <pc:spChg chg="add">
          <ac:chgData name="Enrique Such Andreu" userId="e6520695-b170-4e64-ac48-377fb551e0cf" providerId="ADAL" clId="{10143BAD-EF84-43DA-9932-06D8DC2FC707}" dt="2025-12-14T16:54:29.464" v="24" actId="26606"/>
          <ac:spMkLst>
            <pc:docMk/>
            <pc:sldMk cId="1581253455" sldId="266"/>
            <ac:spMk id="39" creationId="{66B332A4-D438-4773-A77F-5ED49A448D9D}"/>
          </ac:spMkLst>
        </pc:spChg>
        <pc:spChg chg="add">
          <ac:chgData name="Enrique Such Andreu" userId="e6520695-b170-4e64-ac48-377fb551e0cf" providerId="ADAL" clId="{10143BAD-EF84-43DA-9932-06D8DC2FC707}" dt="2025-12-14T16:54:29.464" v="24" actId="26606"/>
          <ac:spMkLst>
            <pc:docMk/>
            <pc:sldMk cId="1581253455" sldId="266"/>
            <ac:spMk id="40" creationId="{DF9AD32D-FF05-44F4-BD4D-9CEE89B71EB9}"/>
          </ac:spMkLst>
        </pc:spChg>
      </pc:sldChg>
      <pc:sldChg chg="addSp delSp modSp add mod ord setBg delDesignElem">
        <pc:chgData name="Enrique Such Andreu" userId="e6520695-b170-4e64-ac48-377fb551e0cf" providerId="ADAL" clId="{10143BAD-EF84-43DA-9932-06D8DC2FC707}" dt="2025-12-14T17:07:15.936" v="89" actId="20577"/>
        <pc:sldMkLst>
          <pc:docMk/>
          <pc:sldMk cId="340797900" sldId="267"/>
        </pc:sldMkLst>
        <pc:spChg chg="mod">
          <ac:chgData name="Enrique Such Andreu" userId="e6520695-b170-4e64-ac48-377fb551e0cf" providerId="ADAL" clId="{10143BAD-EF84-43DA-9932-06D8DC2FC707}" dt="2025-12-09T19:52:57.843" v="2" actId="26606"/>
          <ac:spMkLst>
            <pc:docMk/>
            <pc:sldMk cId="340797900" sldId="267"/>
            <ac:spMk id="2" creationId="{7C57D1AE-1CFA-13D8-F65A-B7DEAC670526}"/>
          </ac:spMkLst>
        </pc:spChg>
        <pc:spChg chg="add">
          <ac:chgData name="Enrique Such Andreu" userId="e6520695-b170-4e64-ac48-377fb551e0cf" providerId="ADAL" clId="{10143BAD-EF84-43DA-9932-06D8DC2FC707}" dt="2025-12-09T19:52:57.843" v="2" actId="26606"/>
          <ac:spMkLst>
            <pc:docMk/>
            <pc:sldMk cId="340797900" sldId="267"/>
            <ac:spMk id="10" creationId="{BACC6370-2D7E-4714-9D71-7542949D7D5D}"/>
          </ac:spMkLst>
        </pc:spChg>
        <pc:spChg chg="add">
          <ac:chgData name="Enrique Such Andreu" userId="e6520695-b170-4e64-ac48-377fb551e0cf" providerId="ADAL" clId="{10143BAD-EF84-43DA-9932-06D8DC2FC707}" dt="2025-12-09T19:52:57.843" v="2" actId="26606"/>
          <ac:spMkLst>
            <pc:docMk/>
            <pc:sldMk cId="340797900" sldId="267"/>
            <ac:spMk id="12" creationId="{F68B3F68-107C-434F-AA38-110D5EA91B85}"/>
          </ac:spMkLst>
        </pc:spChg>
        <pc:spChg chg="add">
          <ac:chgData name="Enrique Such Andreu" userId="e6520695-b170-4e64-ac48-377fb551e0cf" providerId="ADAL" clId="{10143BAD-EF84-43DA-9932-06D8DC2FC707}" dt="2025-12-09T19:52:57.843" v="2" actId="26606"/>
          <ac:spMkLst>
            <pc:docMk/>
            <pc:sldMk cId="340797900" sldId="267"/>
            <ac:spMk id="14" creationId="{AAD0DBB9-1A4B-4391-81D4-CB19F9AB918A}"/>
          </ac:spMkLst>
        </pc:spChg>
        <pc:spChg chg="add">
          <ac:chgData name="Enrique Such Andreu" userId="e6520695-b170-4e64-ac48-377fb551e0cf" providerId="ADAL" clId="{10143BAD-EF84-43DA-9932-06D8DC2FC707}" dt="2025-12-09T19:52:57.843" v="2" actId="26606"/>
          <ac:spMkLst>
            <pc:docMk/>
            <pc:sldMk cId="340797900" sldId="267"/>
            <ac:spMk id="16" creationId="{063BBA22-50EA-4C4D-BE05-F1CE4E63AA56}"/>
          </ac:spMkLst>
        </pc:spChg>
        <pc:graphicFrameChg chg="mod modGraphic">
          <ac:chgData name="Enrique Such Andreu" userId="e6520695-b170-4e64-ac48-377fb551e0cf" providerId="ADAL" clId="{10143BAD-EF84-43DA-9932-06D8DC2FC707}" dt="2025-12-14T17:07:15.936" v="89" actId="20577"/>
          <ac:graphicFrameMkLst>
            <pc:docMk/>
            <pc:sldMk cId="340797900" sldId="267"/>
            <ac:graphicFrameMk id="5" creationId="{6602EBBB-8FFA-B04C-1E80-9210F15D3A40}"/>
          </ac:graphicFrameMkLst>
        </pc:graphicFrameChg>
      </pc:sldChg>
      <pc:sldChg chg="addSp delSp modSp add mod setBg delDesignElem">
        <pc:chgData name="Enrique Such Andreu" userId="e6520695-b170-4e64-ac48-377fb551e0cf" providerId="ADAL" clId="{10143BAD-EF84-43DA-9932-06D8DC2FC707}" dt="2025-12-16T01:38:27.770" v="925" actId="2085"/>
        <pc:sldMkLst>
          <pc:docMk/>
          <pc:sldMk cId="2975786091" sldId="268"/>
        </pc:sldMkLst>
        <pc:spChg chg="mod">
          <ac:chgData name="Enrique Such Andreu" userId="e6520695-b170-4e64-ac48-377fb551e0cf" providerId="ADAL" clId="{10143BAD-EF84-43DA-9932-06D8DC2FC707}" dt="2025-12-09T19:54:09.006" v="6" actId="26606"/>
          <ac:spMkLst>
            <pc:docMk/>
            <pc:sldMk cId="2975786091" sldId="268"/>
            <ac:spMk id="2" creationId="{2DB0502D-3154-C3F6-BA5A-884D076B209D}"/>
          </ac:spMkLst>
        </pc:spChg>
        <pc:spChg chg="add">
          <ac:chgData name="Enrique Such Andreu" userId="e6520695-b170-4e64-ac48-377fb551e0cf" providerId="ADAL" clId="{10143BAD-EF84-43DA-9932-06D8DC2FC707}" dt="2025-12-09T19:54:09.031" v="7" actId="26606"/>
          <ac:spMkLst>
            <pc:docMk/>
            <pc:sldMk cId="2975786091" sldId="268"/>
            <ac:spMk id="12" creationId="{F68B3F68-107C-434F-AA38-110D5EA91B85}"/>
          </ac:spMkLst>
        </pc:spChg>
        <pc:spChg chg="add">
          <ac:chgData name="Enrique Such Andreu" userId="e6520695-b170-4e64-ac48-377fb551e0cf" providerId="ADAL" clId="{10143BAD-EF84-43DA-9932-06D8DC2FC707}" dt="2025-12-09T19:54:09.031" v="7" actId="26606"/>
          <ac:spMkLst>
            <pc:docMk/>
            <pc:sldMk cId="2975786091" sldId="268"/>
            <ac:spMk id="14" creationId="{AAD0DBB9-1A4B-4391-81D4-CB19F9AB918A}"/>
          </ac:spMkLst>
        </pc:spChg>
        <pc:spChg chg="add">
          <ac:chgData name="Enrique Such Andreu" userId="e6520695-b170-4e64-ac48-377fb551e0cf" providerId="ADAL" clId="{10143BAD-EF84-43DA-9932-06D8DC2FC707}" dt="2025-12-09T19:54:09.031" v="7" actId="26606"/>
          <ac:spMkLst>
            <pc:docMk/>
            <pc:sldMk cId="2975786091" sldId="268"/>
            <ac:spMk id="16" creationId="{063BBA22-50EA-4C4D-BE05-F1CE4E63AA56}"/>
          </ac:spMkLst>
        </pc:spChg>
        <pc:spChg chg="add">
          <ac:chgData name="Enrique Such Andreu" userId="e6520695-b170-4e64-ac48-377fb551e0cf" providerId="ADAL" clId="{10143BAD-EF84-43DA-9932-06D8DC2FC707}" dt="2025-12-09T19:54:09.031" v="7" actId="26606"/>
          <ac:spMkLst>
            <pc:docMk/>
            <pc:sldMk cId="2975786091" sldId="268"/>
            <ac:spMk id="17" creationId="{BACC6370-2D7E-4714-9D71-7542949D7D5D}"/>
          </ac:spMkLst>
        </pc:spChg>
        <pc:graphicFrameChg chg="mod modGraphic">
          <ac:chgData name="Enrique Such Andreu" userId="e6520695-b170-4e64-ac48-377fb551e0cf" providerId="ADAL" clId="{10143BAD-EF84-43DA-9932-06D8DC2FC707}" dt="2025-12-16T01:38:27.770" v="925" actId="2085"/>
          <ac:graphicFrameMkLst>
            <pc:docMk/>
            <pc:sldMk cId="2975786091" sldId="268"/>
            <ac:graphicFrameMk id="5" creationId="{FEC449C5-A212-0727-0485-17951C45BBBE}"/>
          </ac:graphicFrameMkLst>
        </pc:graphicFrameChg>
      </pc:sldChg>
      <pc:sldChg chg="addSp delSp modSp add mod ord setBg delDesignElem">
        <pc:chgData name="Enrique Such Andreu" userId="e6520695-b170-4e64-ac48-377fb551e0cf" providerId="ADAL" clId="{10143BAD-EF84-43DA-9932-06D8DC2FC707}" dt="2025-12-16T01:39:36.779" v="935" actId="207"/>
        <pc:sldMkLst>
          <pc:docMk/>
          <pc:sldMk cId="3651600424" sldId="269"/>
        </pc:sldMkLst>
        <pc:spChg chg="mod">
          <ac:chgData name="Enrique Such Andreu" userId="e6520695-b170-4e64-ac48-377fb551e0cf" providerId="ADAL" clId="{10143BAD-EF84-43DA-9932-06D8DC2FC707}" dt="2025-12-15T02:02:41.166" v="858" actId="20577"/>
          <ac:spMkLst>
            <pc:docMk/>
            <pc:sldMk cId="3651600424" sldId="269"/>
            <ac:spMk id="2" creationId="{7DEB124A-729D-E213-A55A-2F35F0F724D7}"/>
          </ac:spMkLst>
        </pc:spChg>
        <pc:spChg chg="add">
          <ac:chgData name="Enrique Such Andreu" userId="e6520695-b170-4e64-ac48-377fb551e0cf" providerId="ADAL" clId="{10143BAD-EF84-43DA-9932-06D8DC2FC707}" dt="2025-12-14T18:25:00.877" v="795" actId="26606"/>
          <ac:spMkLst>
            <pc:docMk/>
            <pc:sldMk cId="3651600424" sldId="269"/>
            <ac:spMk id="36" creationId="{BACC6370-2D7E-4714-9D71-7542949D7D5D}"/>
          </ac:spMkLst>
        </pc:spChg>
        <pc:spChg chg="add">
          <ac:chgData name="Enrique Such Andreu" userId="e6520695-b170-4e64-ac48-377fb551e0cf" providerId="ADAL" clId="{10143BAD-EF84-43DA-9932-06D8DC2FC707}" dt="2025-12-14T18:25:00.877" v="795" actId="26606"/>
          <ac:spMkLst>
            <pc:docMk/>
            <pc:sldMk cId="3651600424" sldId="269"/>
            <ac:spMk id="38" creationId="{F68B3F68-107C-434F-AA38-110D5EA91B85}"/>
          </ac:spMkLst>
        </pc:spChg>
        <pc:spChg chg="add">
          <ac:chgData name="Enrique Such Andreu" userId="e6520695-b170-4e64-ac48-377fb551e0cf" providerId="ADAL" clId="{10143BAD-EF84-43DA-9932-06D8DC2FC707}" dt="2025-12-14T18:25:00.877" v="795" actId="26606"/>
          <ac:spMkLst>
            <pc:docMk/>
            <pc:sldMk cId="3651600424" sldId="269"/>
            <ac:spMk id="40" creationId="{AAD0DBB9-1A4B-4391-81D4-CB19F9AB918A}"/>
          </ac:spMkLst>
        </pc:spChg>
        <pc:spChg chg="add">
          <ac:chgData name="Enrique Such Andreu" userId="e6520695-b170-4e64-ac48-377fb551e0cf" providerId="ADAL" clId="{10143BAD-EF84-43DA-9932-06D8DC2FC707}" dt="2025-12-14T18:25:00.877" v="795" actId="26606"/>
          <ac:spMkLst>
            <pc:docMk/>
            <pc:sldMk cId="3651600424" sldId="269"/>
            <ac:spMk id="42" creationId="{063BBA22-50EA-4C4D-BE05-F1CE4E63AA56}"/>
          </ac:spMkLst>
        </pc:spChg>
        <pc:graphicFrameChg chg="mod modGraphic">
          <ac:chgData name="Enrique Such Andreu" userId="e6520695-b170-4e64-ac48-377fb551e0cf" providerId="ADAL" clId="{10143BAD-EF84-43DA-9932-06D8DC2FC707}" dt="2025-12-16T01:39:36.779" v="935" actId="207"/>
          <ac:graphicFrameMkLst>
            <pc:docMk/>
            <pc:sldMk cId="3651600424" sldId="269"/>
            <ac:graphicFrameMk id="5" creationId="{3DDB9BFA-DEB0-CA2B-50AE-AC75BC5087F6}"/>
          </ac:graphicFrameMkLst>
        </pc:graphicFrameChg>
      </pc:sldChg>
      <pc:sldChg chg="addSp modSp new mod setBg">
        <pc:chgData name="Enrique Such Andreu" userId="e6520695-b170-4e64-ac48-377fb551e0cf" providerId="ADAL" clId="{10143BAD-EF84-43DA-9932-06D8DC2FC707}" dt="2025-12-15T02:25:31.682" v="885" actId="20577"/>
        <pc:sldMkLst>
          <pc:docMk/>
          <pc:sldMk cId="1034522209" sldId="270"/>
        </pc:sldMkLst>
        <pc:spChg chg="mod">
          <ac:chgData name="Enrique Such Andreu" userId="e6520695-b170-4e64-ac48-377fb551e0cf" providerId="ADAL" clId="{10143BAD-EF84-43DA-9932-06D8DC2FC707}" dt="2025-12-14T18:26:41.168" v="808" actId="26606"/>
          <ac:spMkLst>
            <pc:docMk/>
            <pc:sldMk cId="1034522209" sldId="270"/>
            <ac:spMk id="2" creationId="{592AFF98-AC70-8211-26C4-6EFA95BF3ED7}"/>
          </ac:spMkLst>
        </pc:spChg>
        <pc:spChg chg="mod">
          <ac:chgData name="Enrique Such Andreu" userId="e6520695-b170-4e64-ac48-377fb551e0cf" providerId="ADAL" clId="{10143BAD-EF84-43DA-9932-06D8DC2FC707}" dt="2025-12-15T02:25:31.682" v="885" actId="20577"/>
          <ac:spMkLst>
            <pc:docMk/>
            <pc:sldMk cId="1034522209" sldId="270"/>
            <ac:spMk id="3" creationId="{54ECD7BD-C3A5-D494-7B16-8837FA0A4EC5}"/>
          </ac:spMkLst>
        </pc:spChg>
        <pc:spChg chg="add">
          <ac:chgData name="Enrique Such Andreu" userId="e6520695-b170-4e64-ac48-377fb551e0cf" providerId="ADAL" clId="{10143BAD-EF84-43DA-9932-06D8DC2FC707}" dt="2025-12-14T18:26:41.168" v="808" actId="26606"/>
          <ac:spMkLst>
            <pc:docMk/>
            <pc:sldMk cId="1034522209" sldId="270"/>
            <ac:spMk id="8" creationId="{1B15ED52-F352-441B-82BF-E0EA34836D08}"/>
          </ac:spMkLst>
        </pc:spChg>
        <pc:spChg chg="add">
          <ac:chgData name="Enrique Such Andreu" userId="e6520695-b170-4e64-ac48-377fb551e0cf" providerId="ADAL" clId="{10143BAD-EF84-43DA-9932-06D8DC2FC707}" dt="2025-12-14T18:26:41.168" v="808" actId="26606"/>
          <ac:spMkLst>
            <pc:docMk/>
            <pc:sldMk cId="1034522209" sldId="270"/>
            <ac:spMk id="10" creationId="{3B2E3793-BFE6-45A2-9B7B-E18844431C99}"/>
          </ac:spMkLst>
        </pc:spChg>
        <pc:spChg chg="add">
          <ac:chgData name="Enrique Such Andreu" userId="e6520695-b170-4e64-ac48-377fb551e0cf" providerId="ADAL" clId="{10143BAD-EF84-43DA-9932-06D8DC2FC707}" dt="2025-12-14T18:26:41.168" v="808" actId="26606"/>
          <ac:spMkLst>
            <pc:docMk/>
            <pc:sldMk cId="1034522209" sldId="270"/>
            <ac:spMk id="12" creationId="{BC4C4868-CB8F-4AF9-9CDB-8108F2C19B67}"/>
          </ac:spMkLst>
        </pc:spChg>
        <pc:spChg chg="add">
          <ac:chgData name="Enrique Such Andreu" userId="e6520695-b170-4e64-ac48-377fb551e0cf" providerId="ADAL" clId="{10143BAD-EF84-43DA-9932-06D8DC2FC707}" dt="2025-12-14T18:26:41.168" v="808" actId="26606"/>
          <ac:spMkLst>
            <pc:docMk/>
            <pc:sldMk cId="1034522209" sldId="270"/>
            <ac:spMk id="14" creationId="{375E0459-6403-40CD-989D-56A4407CA12E}"/>
          </ac:spMkLst>
        </pc:spChg>
        <pc:spChg chg="add">
          <ac:chgData name="Enrique Such Andreu" userId="e6520695-b170-4e64-ac48-377fb551e0cf" providerId="ADAL" clId="{10143BAD-EF84-43DA-9932-06D8DC2FC707}" dt="2025-12-14T18:26:41.168" v="808" actId="26606"/>
          <ac:spMkLst>
            <pc:docMk/>
            <pc:sldMk cId="1034522209" sldId="270"/>
            <ac:spMk id="16" creationId="{53E5B1A8-3AC9-4BD1-9BBC-78CA94F2D1BA}"/>
          </ac:spMkLst>
        </pc:spChg>
        <pc:picChg chg="add mod">
          <ac:chgData name="Enrique Such Andreu" userId="e6520695-b170-4e64-ac48-377fb551e0cf" providerId="ADAL" clId="{10143BAD-EF84-43DA-9932-06D8DC2FC707}" dt="2025-12-14T18:32:24.398" v="826" actId="1076"/>
          <ac:picMkLst>
            <pc:docMk/>
            <pc:sldMk cId="1034522209" sldId="270"/>
            <ac:picMk id="5" creationId="{3431851D-6227-3B24-69CB-9529C9D5CBA2}"/>
          </ac:picMkLst>
        </pc:picChg>
      </pc:sldChg>
      <pc:sldChg chg="addSp delSp modSp mod modNotesTx">
        <pc:chgData name="Enrique Such Andreu" userId="e6520695-b170-4e64-ac48-377fb551e0cf" providerId="ADAL" clId="{10143BAD-EF84-43DA-9932-06D8DC2FC707}" dt="2025-12-15T02:22:41.681" v="883" actId="20577"/>
        <pc:sldMkLst>
          <pc:docMk/>
          <pc:sldMk cId="207574607" sldId="271"/>
        </pc:sldMkLst>
        <pc:spChg chg="mod">
          <ac:chgData name="Enrique Such Andreu" userId="e6520695-b170-4e64-ac48-377fb551e0cf" providerId="ADAL" clId="{10143BAD-EF84-43DA-9932-06D8DC2FC707}" dt="2025-12-14T17:43:41.683" v="439" actId="20577"/>
          <ac:spMkLst>
            <pc:docMk/>
            <pc:sldMk cId="207574607" sldId="271"/>
            <ac:spMk id="2" creationId="{F7CA25F3-3D85-8686-A9A7-AF06EA70CD1F}"/>
          </ac:spMkLst>
        </pc:spChg>
        <pc:spChg chg="add">
          <ac:chgData name="Enrique Such Andreu" userId="e6520695-b170-4e64-ac48-377fb551e0cf" providerId="ADAL" clId="{10143BAD-EF84-43DA-9932-06D8DC2FC707}" dt="2025-12-14T17:41:46.711" v="435" actId="26606"/>
          <ac:spMkLst>
            <pc:docMk/>
            <pc:sldMk cId="207574607" sldId="271"/>
            <ac:spMk id="31" creationId="{A8384FB5-9ADC-4DDC-881B-597D56F5B15D}"/>
          </ac:spMkLst>
        </pc:spChg>
        <pc:spChg chg="add">
          <ac:chgData name="Enrique Such Andreu" userId="e6520695-b170-4e64-ac48-377fb551e0cf" providerId="ADAL" clId="{10143BAD-EF84-43DA-9932-06D8DC2FC707}" dt="2025-12-14T17:41:46.711" v="435" actId="26606"/>
          <ac:spMkLst>
            <pc:docMk/>
            <pc:sldMk cId="207574607" sldId="271"/>
            <ac:spMk id="33" creationId="{1199E1B1-A8C0-4FE8-A5A8-1CB41D69F857}"/>
          </ac:spMkLst>
        </pc:spChg>
        <pc:spChg chg="add">
          <ac:chgData name="Enrique Such Andreu" userId="e6520695-b170-4e64-ac48-377fb551e0cf" providerId="ADAL" clId="{10143BAD-EF84-43DA-9932-06D8DC2FC707}" dt="2025-12-14T17:41:46.711" v="435" actId="26606"/>
          <ac:spMkLst>
            <pc:docMk/>
            <pc:sldMk cId="207574607" sldId="271"/>
            <ac:spMk id="35" creationId="{84A8DE83-DE75-4B41-9DB4-A7EC0B0DEC0B}"/>
          </ac:spMkLst>
        </pc:spChg>
        <pc:spChg chg="add">
          <ac:chgData name="Enrique Such Andreu" userId="e6520695-b170-4e64-ac48-377fb551e0cf" providerId="ADAL" clId="{10143BAD-EF84-43DA-9932-06D8DC2FC707}" dt="2025-12-14T17:41:46.711" v="435" actId="26606"/>
          <ac:spMkLst>
            <pc:docMk/>
            <pc:sldMk cId="207574607" sldId="271"/>
            <ac:spMk id="37" creationId="{A7009A0A-BEF5-4EAC-AF15-E4F9F002E239}"/>
          </ac:spMkLst>
        </pc:spChg>
        <pc:graphicFrameChg chg="mod modGraphic">
          <ac:chgData name="Enrique Such Andreu" userId="e6520695-b170-4e64-ac48-377fb551e0cf" providerId="ADAL" clId="{10143BAD-EF84-43DA-9932-06D8DC2FC707}" dt="2025-12-15T02:22:41.681" v="883" actId="20577"/>
          <ac:graphicFrameMkLst>
            <pc:docMk/>
            <pc:sldMk cId="207574607" sldId="271"/>
            <ac:graphicFrameMk id="4" creationId="{4B2CF20E-DE5D-617B-F133-41D876022966}"/>
          </ac:graphicFrameMkLst>
        </pc:graphicFrameChg>
      </pc:sldChg>
      <pc:sldChg chg="addSp delSp modSp new mod ord setBg">
        <pc:chgData name="Enrique Such Andreu" userId="e6520695-b170-4e64-ac48-377fb551e0cf" providerId="ADAL" clId="{10143BAD-EF84-43DA-9932-06D8DC2FC707}" dt="2025-12-14T18:32:11.022" v="823" actId="207"/>
        <pc:sldMkLst>
          <pc:docMk/>
          <pc:sldMk cId="2407991155" sldId="272"/>
        </pc:sldMkLst>
        <pc:spChg chg="mod">
          <ac:chgData name="Enrique Such Andreu" userId="e6520695-b170-4e64-ac48-377fb551e0cf" providerId="ADAL" clId="{10143BAD-EF84-43DA-9932-06D8DC2FC707}" dt="2025-12-14T17:31:39.740" v="336" actId="26606"/>
          <ac:spMkLst>
            <pc:docMk/>
            <pc:sldMk cId="2407991155" sldId="272"/>
            <ac:spMk id="2" creationId="{1538AFAC-4148-C0E9-F0E2-8C7312A3F942}"/>
          </ac:spMkLst>
        </pc:spChg>
        <pc:spChg chg="mod">
          <ac:chgData name="Enrique Such Andreu" userId="e6520695-b170-4e64-ac48-377fb551e0cf" providerId="ADAL" clId="{10143BAD-EF84-43DA-9932-06D8DC2FC707}" dt="2025-12-14T17:32:01.849" v="339" actId="1076"/>
          <ac:spMkLst>
            <pc:docMk/>
            <pc:sldMk cId="2407991155" sldId="272"/>
            <ac:spMk id="3" creationId="{7F2A48CE-72D1-0118-F6F7-11E068B65E67}"/>
          </ac:spMkLst>
        </pc:spChg>
        <pc:spChg chg="add">
          <ac:chgData name="Enrique Such Andreu" userId="e6520695-b170-4e64-ac48-377fb551e0cf" providerId="ADAL" clId="{10143BAD-EF84-43DA-9932-06D8DC2FC707}" dt="2025-12-14T17:31:39.740" v="336" actId="26606"/>
          <ac:spMkLst>
            <pc:docMk/>
            <pc:sldMk cId="2407991155" sldId="272"/>
            <ac:spMk id="22" creationId="{1B15ED52-F352-441B-82BF-E0EA34836D08}"/>
          </ac:spMkLst>
        </pc:spChg>
        <pc:spChg chg="add">
          <ac:chgData name="Enrique Such Andreu" userId="e6520695-b170-4e64-ac48-377fb551e0cf" providerId="ADAL" clId="{10143BAD-EF84-43DA-9932-06D8DC2FC707}" dt="2025-12-14T17:31:39.740" v="336" actId="26606"/>
          <ac:spMkLst>
            <pc:docMk/>
            <pc:sldMk cId="2407991155" sldId="272"/>
            <ac:spMk id="23" creationId="{3B2E3793-BFE6-45A2-9B7B-E18844431C99}"/>
          </ac:spMkLst>
        </pc:spChg>
        <pc:spChg chg="add">
          <ac:chgData name="Enrique Such Andreu" userId="e6520695-b170-4e64-ac48-377fb551e0cf" providerId="ADAL" clId="{10143BAD-EF84-43DA-9932-06D8DC2FC707}" dt="2025-12-14T17:31:39.740" v="336" actId="26606"/>
          <ac:spMkLst>
            <pc:docMk/>
            <pc:sldMk cId="2407991155" sldId="272"/>
            <ac:spMk id="24" creationId="{BC4C4868-CB8F-4AF9-9CDB-8108F2C19B67}"/>
          </ac:spMkLst>
        </pc:spChg>
        <pc:spChg chg="add">
          <ac:chgData name="Enrique Such Andreu" userId="e6520695-b170-4e64-ac48-377fb551e0cf" providerId="ADAL" clId="{10143BAD-EF84-43DA-9932-06D8DC2FC707}" dt="2025-12-14T17:31:39.740" v="336" actId="26606"/>
          <ac:spMkLst>
            <pc:docMk/>
            <pc:sldMk cId="2407991155" sldId="272"/>
            <ac:spMk id="25" creationId="{375E0459-6403-40CD-989D-56A4407CA12E}"/>
          </ac:spMkLst>
        </pc:spChg>
        <pc:spChg chg="add">
          <ac:chgData name="Enrique Such Andreu" userId="e6520695-b170-4e64-ac48-377fb551e0cf" providerId="ADAL" clId="{10143BAD-EF84-43DA-9932-06D8DC2FC707}" dt="2025-12-14T17:31:39.740" v="336" actId="26606"/>
          <ac:spMkLst>
            <pc:docMk/>
            <pc:sldMk cId="2407991155" sldId="272"/>
            <ac:spMk id="26" creationId="{53E5B1A8-3AC9-4BD1-9BBC-78CA94F2D1BA}"/>
          </ac:spMkLst>
        </pc:spChg>
        <pc:picChg chg="add mod">
          <ac:chgData name="Enrique Such Andreu" userId="e6520695-b170-4e64-ac48-377fb551e0cf" providerId="ADAL" clId="{10143BAD-EF84-43DA-9932-06D8DC2FC707}" dt="2025-12-14T18:32:11.022" v="823" actId="207"/>
          <ac:picMkLst>
            <pc:docMk/>
            <pc:sldMk cId="2407991155" sldId="272"/>
            <ac:picMk id="19" creationId="{9F896D51-6627-7FBD-B285-BB5269D909DA}"/>
          </ac:picMkLst>
        </pc:picChg>
        <pc:cxnChg chg="add">
          <ac:chgData name="Enrique Such Andreu" userId="e6520695-b170-4e64-ac48-377fb551e0cf" providerId="ADAL" clId="{10143BAD-EF84-43DA-9932-06D8DC2FC707}" dt="2025-12-14T17:32:14.084" v="340" actId="11529"/>
          <ac:cxnSpMkLst>
            <pc:docMk/>
            <pc:sldMk cId="2407991155" sldId="272"/>
            <ac:cxnSpMk id="5" creationId="{7ABA00EC-135A-0516-E953-A87E6F90F74F}"/>
          </ac:cxnSpMkLst>
        </pc:cxnChg>
        <pc:cxnChg chg="add">
          <ac:chgData name="Enrique Such Andreu" userId="e6520695-b170-4e64-ac48-377fb551e0cf" providerId="ADAL" clId="{10143BAD-EF84-43DA-9932-06D8DC2FC707}" dt="2025-12-14T17:32:22.897" v="341" actId="11529"/>
          <ac:cxnSpMkLst>
            <pc:docMk/>
            <pc:sldMk cId="2407991155" sldId="272"/>
            <ac:cxnSpMk id="7" creationId="{294F0B80-A3E8-D16C-3CAB-1F4C222FDC1D}"/>
          </ac:cxnSpMkLst>
        </pc:cxnChg>
        <pc:cxnChg chg="add">
          <ac:chgData name="Enrique Such Andreu" userId="e6520695-b170-4e64-ac48-377fb551e0cf" providerId="ADAL" clId="{10143BAD-EF84-43DA-9932-06D8DC2FC707}" dt="2025-12-14T17:32:34.213" v="342" actId="11529"/>
          <ac:cxnSpMkLst>
            <pc:docMk/>
            <pc:sldMk cId="2407991155" sldId="272"/>
            <ac:cxnSpMk id="11" creationId="{EE04862E-5C2C-F33E-A119-6424E0CBDE16}"/>
          </ac:cxnSpMkLst>
        </pc:cxnChg>
        <pc:cxnChg chg="add del">
          <ac:chgData name="Enrique Such Andreu" userId="e6520695-b170-4e64-ac48-377fb551e0cf" providerId="ADAL" clId="{10143BAD-EF84-43DA-9932-06D8DC2FC707}" dt="2025-12-14T17:42:28.244" v="438" actId="478"/>
          <ac:cxnSpMkLst>
            <pc:docMk/>
            <pc:sldMk cId="2407991155" sldId="272"/>
            <ac:cxnSpMk id="15" creationId="{AD883BDF-D721-BAC5-306C-E46955EB3ED0}"/>
          </ac:cxnSpMkLst>
        </pc:cxnChg>
      </pc:sldChg>
      <pc:sldChg chg="addSp delSp modSp new del mod">
        <pc:chgData name="Enrique Such Andreu" userId="e6520695-b170-4e64-ac48-377fb551e0cf" providerId="ADAL" clId="{10143BAD-EF84-43DA-9932-06D8DC2FC707}" dt="2025-12-18T17:21:42.216" v="986" actId="2696"/>
        <pc:sldMkLst>
          <pc:docMk/>
          <pc:sldMk cId="3849277587" sldId="273"/>
        </pc:sldMkLst>
        <pc:spChg chg="mod">
          <ac:chgData name="Enrique Such Andreu" userId="e6520695-b170-4e64-ac48-377fb551e0cf" providerId="ADAL" clId="{10143BAD-EF84-43DA-9932-06D8DC2FC707}" dt="2025-12-18T17:20:09.864" v="974" actId="20577"/>
          <ac:spMkLst>
            <pc:docMk/>
            <pc:sldMk cId="3849277587" sldId="273"/>
            <ac:spMk id="2" creationId="{7C7CD78D-FE7C-83B7-19A2-5831E5122B71}"/>
          </ac:spMkLst>
        </pc:spChg>
        <pc:spChg chg="del">
          <ac:chgData name="Enrique Such Andreu" userId="e6520695-b170-4e64-ac48-377fb551e0cf" providerId="ADAL" clId="{10143BAD-EF84-43DA-9932-06D8DC2FC707}" dt="2025-12-18T17:19:35.917" v="945" actId="478"/>
          <ac:spMkLst>
            <pc:docMk/>
            <pc:sldMk cId="3849277587" sldId="273"/>
            <ac:spMk id="3" creationId="{906E8468-45DA-02AD-61E8-480DD8EB1A40}"/>
          </ac:spMkLst>
        </pc:spChg>
        <pc:picChg chg="add mod">
          <ac:chgData name="Enrique Such Andreu" userId="e6520695-b170-4e64-ac48-377fb551e0cf" providerId="ADAL" clId="{10143BAD-EF84-43DA-9932-06D8DC2FC707}" dt="2025-12-18T17:19:42.190" v="950" actId="1076"/>
          <ac:picMkLst>
            <pc:docMk/>
            <pc:sldMk cId="3849277587" sldId="273"/>
            <ac:picMk id="5" creationId="{570A3011-8B9D-BD06-D135-BA9A3830A0A1}"/>
          </ac:picMkLst>
        </pc:picChg>
      </pc:sldChg>
      <pc:sldChg chg="addSp delSp modSp add mod">
        <pc:chgData name="Enrique Such Andreu" userId="e6520695-b170-4e64-ac48-377fb551e0cf" providerId="ADAL" clId="{10143BAD-EF84-43DA-9932-06D8DC2FC707}" dt="2025-12-18T17:29:14.867" v="988" actId="20577"/>
        <pc:sldMkLst>
          <pc:docMk/>
          <pc:sldMk cId="2755424366" sldId="274"/>
        </pc:sldMkLst>
        <pc:spChg chg="mod">
          <ac:chgData name="Enrique Such Andreu" userId="e6520695-b170-4e64-ac48-377fb551e0cf" providerId="ADAL" clId="{10143BAD-EF84-43DA-9932-06D8DC2FC707}" dt="2025-12-18T17:29:14.867" v="988" actId="20577"/>
          <ac:spMkLst>
            <pc:docMk/>
            <pc:sldMk cId="2755424366" sldId="274"/>
            <ac:spMk id="2" creationId="{1D7AF5EC-0428-F6AB-0A9E-2401AAAE35FF}"/>
          </ac:spMkLst>
        </pc:spChg>
        <pc:graphicFrameChg chg="del">
          <ac:chgData name="Enrique Such Andreu" userId="e6520695-b170-4e64-ac48-377fb551e0cf" providerId="ADAL" clId="{10143BAD-EF84-43DA-9932-06D8DC2FC707}" dt="2025-12-18T17:20:54.604" v="978" actId="478"/>
          <ac:graphicFrameMkLst>
            <pc:docMk/>
            <pc:sldMk cId="2755424366" sldId="274"/>
            <ac:graphicFrameMk id="4" creationId="{7D1737AF-B591-708D-F179-AF7BDF2AE70A}"/>
          </ac:graphicFrameMkLst>
        </pc:graphicFrameChg>
        <pc:picChg chg="add mod">
          <ac:chgData name="Enrique Such Andreu" userId="e6520695-b170-4e64-ac48-377fb551e0cf" providerId="ADAL" clId="{10143BAD-EF84-43DA-9932-06D8DC2FC707}" dt="2025-12-18T17:21:20.936" v="985" actId="1076"/>
          <ac:picMkLst>
            <pc:docMk/>
            <pc:sldMk cId="2755424366" sldId="274"/>
            <ac:picMk id="3" creationId="{87CA9AB0-423F-E3E4-A9E1-500B694E203E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88C8F7-369A-4C1D-8FA6-0E46BCB4C9F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6B963B9-0B0D-4476-83D5-93CDF89406D8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300">
              <a:latin typeface="Aptos" panose="02110004020202020204"/>
              <a:ea typeface="+mn-ea"/>
              <a:cs typeface="+mn-cs"/>
            </a:rPr>
            <a:t>Importance of academic performance.</a:t>
          </a:r>
        </a:p>
      </dgm:t>
    </dgm:pt>
    <dgm:pt modelId="{03E14530-0B74-4EB8-A5EC-34DC28B9CFBD}" type="parTrans" cxnId="{F6FD5F6A-4737-4655-B099-A126A21DC96C}">
      <dgm:prSet/>
      <dgm:spPr/>
      <dgm:t>
        <a:bodyPr/>
        <a:lstStyle/>
        <a:p>
          <a:endParaRPr lang="en-US"/>
        </a:p>
      </dgm:t>
    </dgm:pt>
    <dgm:pt modelId="{073B71F1-069A-41C0-A343-A387862CCBFA}" type="sibTrans" cxnId="{F6FD5F6A-4737-4655-B099-A126A21DC96C}">
      <dgm:prSet/>
      <dgm:spPr/>
      <dgm:t>
        <a:bodyPr/>
        <a:lstStyle/>
        <a:p>
          <a:endParaRPr lang="en-US"/>
        </a:p>
      </dgm:t>
    </dgm:pt>
    <dgm:pt modelId="{F9E22239-8F7D-4620-A35C-0DA550849CD0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300">
              <a:latin typeface="Aptos" panose="02110004020202020204"/>
              <a:ea typeface="+mn-ea"/>
              <a:cs typeface="+mn-cs"/>
            </a:rPr>
            <a:t>Use of Bayesian Networks to model uncertainty and causal relationships.</a:t>
          </a:r>
        </a:p>
      </dgm:t>
    </dgm:pt>
    <dgm:pt modelId="{C5A63730-B542-4698-A092-2F6D5351A54C}" type="parTrans" cxnId="{65773239-A458-4735-A875-34CFFFAC9B7D}">
      <dgm:prSet/>
      <dgm:spPr/>
      <dgm:t>
        <a:bodyPr/>
        <a:lstStyle/>
        <a:p>
          <a:endParaRPr lang="en-US"/>
        </a:p>
      </dgm:t>
    </dgm:pt>
    <dgm:pt modelId="{E42F19D5-6F3E-4E34-9C33-29E70BE85FEF}" type="sibTrans" cxnId="{65773239-A458-4735-A875-34CFFFAC9B7D}">
      <dgm:prSet/>
      <dgm:spPr/>
      <dgm:t>
        <a:bodyPr/>
        <a:lstStyle/>
        <a:p>
          <a:endParaRPr lang="en-US"/>
        </a:p>
      </dgm:t>
    </dgm:pt>
    <dgm:pt modelId="{F5087318-6C71-4744-B1DB-1236ADD34CF1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300">
              <a:latin typeface="Aptos"/>
              <a:ea typeface="+mn-ea"/>
              <a:cs typeface="+mn-cs"/>
            </a:rPr>
            <a:t>Comparison between expert knowledge and learned automatically.</a:t>
          </a:r>
        </a:p>
      </dgm:t>
    </dgm:pt>
    <dgm:pt modelId="{2A12D49C-2022-4820-BA5B-5F0F4BF78CFC}" type="parTrans" cxnId="{E43F4C79-6015-48FE-8BEA-8525FB332F18}">
      <dgm:prSet/>
      <dgm:spPr/>
      <dgm:t>
        <a:bodyPr/>
        <a:lstStyle/>
        <a:p>
          <a:endParaRPr lang="en-US"/>
        </a:p>
      </dgm:t>
    </dgm:pt>
    <dgm:pt modelId="{8F5A1A2A-3E8E-4B0D-8F02-F82B39DE4CF4}" type="sibTrans" cxnId="{E43F4C79-6015-48FE-8BEA-8525FB332F18}">
      <dgm:prSet/>
      <dgm:spPr/>
      <dgm:t>
        <a:bodyPr/>
        <a:lstStyle/>
        <a:p>
          <a:endParaRPr lang="en-US"/>
        </a:p>
      </dgm:t>
    </dgm:pt>
    <dgm:pt modelId="{B02B89BC-349E-419D-8D1A-773B7F11D824}" type="pres">
      <dgm:prSet presAssocID="{9588C8F7-369A-4C1D-8FA6-0E46BCB4C9F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DA838A8-56D7-4D87-8856-9D151C5D72AE}" type="pres">
      <dgm:prSet presAssocID="{76B963B9-0B0D-4476-83D5-93CDF89406D8}" presName="hierRoot1" presStyleCnt="0"/>
      <dgm:spPr/>
    </dgm:pt>
    <dgm:pt modelId="{0AB0EAC8-2EF0-4AE3-92A8-D59B442FFF26}" type="pres">
      <dgm:prSet presAssocID="{76B963B9-0B0D-4476-83D5-93CDF89406D8}" presName="composite" presStyleCnt="0"/>
      <dgm:spPr/>
    </dgm:pt>
    <dgm:pt modelId="{BB3E57A0-F12E-4F92-8C7D-A6199946D8C6}" type="pres">
      <dgm:prSet presAssocID="{76B963B9-0B0D-4476-83D5-93CDF89406D8}" presName="background" presStyleLbl="node0" presStyleIdx="0" presStyleCnt="3"/>
      <dgm:spPr/>
    </dgm:pt>
    <dgm:pt modelId="{2EAF7B31-C977-4E7C-92C9-F997BA7CBFD0}" type="pres">
      <dgm:prSet presAssocID="{76B963B9-0B0D-4476-83D5-93CDF89406D8}" presName="text" presStyleLbl="fgAcc0" presStyleIdx="0" presStyleCnt="3">
        <dgm:presLayoutVars>
          <dgm:chPref val="3"/>
        </dgm:presLayoutVars>
      </dgm:prSet>
      <dgm:spPr/>
    </dgm:pt>
    <dgm:pt modelId="{A57B76F5-05BE-4AE8-B4C4-D0FC2C99A887}" type="pres">
      <dgm:prSet presAssocID="{76B963B9-0B0D-4476-83D5-93CDF89406D8}" presName="hierChild2" presStyleCnt="0"/>
      <dgm:spPr/>
    </dgm:pt>
    <dgm:pt modelId="{840EB6C5-042B-4967-BC6A-2E58E571567E}" type="pres">
      <dgm:prSet presAssocID="{F9E22239-8F7D-4620-A35C-0DA550849CD0}" presName="hierRoot1" presStyleCnt="0"/>
      <dgm:spPr/>
    </dgm:pt>
    <dgm:pt modelId="{2D27CFC5-0C3E-4781-829C-736C0D00D2B8}" type="pres">
      <dgm:prSet presAssocID="{F9E22239-8F7D-4620-A35C-0DA550849CD0}" presName="composite" presStyleCnt="0"/>
      <dgm:spPr/>
    </dgm:pt>
    <dgm:pt modelId="{68437B03-A0B0-468F-86FC-B6588AB7604C}" type="pres">
      <dgm:prSet presAssocID="{F9E22239-8F7D-4620-A35C-0DA550849CD0}" presName="background" presStyleLbl="node0" presStyleIdx="1" presStyleCnt="3"/>
      <dgm:spPr/>
    </dgm:pt>
    <dgm:pt modelId="{A2A53557-C6CC-4292-912C-86ECECBC730F}" type="pres">
      <dgm:prSet presAssocID="{F9E22239-8F7D-4620-A35C-0DA550849CD0}" presName="text" presStyleLbl="fgAcc0" presStyleIdx="1" presStyleCnt="3">
        <dgm:presLayoutVars>
          <dgm:chPref val="3"/>
        </dgm:presLayoutVars>
      </dgm:prSet>
      <dgm:spPr/>
    </dgm:pt>
    <dgm:pt modelId="{DDA82580-4504-4367-B5B0-D40FC718DB5E}" type="pres">
      <dgm:prSet presAssocID="{F9E22239-8F7D-4620-A35C-0DA550849CD0}" presName="hierChild2" presStyleCnt="0"/>
      <dgm:spPr/>
    </dgm:pt>
    <dgm:pt modelId="{B6AEAC46-4C8A-4CF5-97AD-FBF29A7B2C12}" type="pres">
      <dgm:prSet presAssocID="{F5087318-6C71-4744-B1DB-1236ADD34CF1}" presName="hierRoot1" presStyleCnt="0"/>
      <dgm:spPr/>
    </dgm:pt>
    <dgm:pt modelId="{7A170471-2529-49A7-8D1F-AA687A31D3EC}" type="pres">
      <dgm:prSet presAssocID="{F5087318-6C71-4744-B1DB-1236ADD34CF1}" presName="composite" presStyleCnt="0"/>
      <dgm:spPr/>
    </dgm:pt>
    <dgm:pt modelId="{3199F748-8BD9-4A48-9FA4-885BC63E8046}" type="pres">
      <dgm:prSet presAssocID="{F5087318-6C71-4744-B1DB-1236ADD34CF1}" presName="background" presStyleLbl="node0" presStyleIdx="2" presStyleCnt="3"/>
      <dgm:spPr/>
    </dgm:pt>
    <dgm:pt modelId="{82F3B17F-5446-4224-AFAC-4147F04C1105}" type="pres">
      <dgm:prSet presAssocID="{F5087318-6C71-4744-B1DB-1236ADD34CF1}" presName="text" presStyleLbl="fgAcc0" presStyleIdx="2" presStyleCnt="3">
        <dgm:presLayoutVars>
          <dgm:chPref val="3"/>
        </dgm:presLayoutVars>
      </dgm:prSet>
      <dgm:spPr/>
    </dgm:pt>
    <dgm:pt modelId="{5E4873DE-1083-4FD2-A438-399FBA915B22}" type="pres">
      <dgm:prSet presAssocID="{F5087318-6C71-4744-B1DB-1236ADD34CF1}" presName="hierChild2" presStyleCnt="0"/>
      <dgm:spPr/>
    </dgm:pt>
  </dgm:ptLst>
  <dgm:cxnLst>
    <dgm:cxn modelId="{17A3C42F-3F9A-4B27-87DF-C6C81F9C038A}" type="presOf" srcId="{76B963B9-0B0D-4476-83D5-93CDF89406D8}" destId="{2EAF7B31-C977-4E7C-92C9-F997BA7CBFD0}" srcOrd="0" destOrd="0" presId="urn:microsoft.com/office/officeart/2005/8/layout/hierarchy1"/>
    <dgm:cxn modelId="{65773239-A458-4735-A875-34CFFFAC9B7D}" srcId="{9588C8F7-369A-4C1D-8FA6-0E46BCB4C9FB}" destId="{F9E22239-8F7D-4620-A35C-0DA550849CD0}" srcOrd="1" destOrd="0" parTransId="{C5A63730-B542-4698-A092-2F6D5351A54C}" sibTransId="{E42F19D5-6F3E-4E34-9C33-29E70BE85FEF}"/>
    <dgm:cxn modelId="{F6FD5F6A-4737-4655-B099-A126A21DC96C}" srcId="{9588C8F7-369A-4C1D-8FA6-0E46BCB4C9FB}" destId="{76B963B9-0B0D-4476-83D5-93CDF89406D8}" srcOrd="0" destOrd="0" parTransId="{03E14530-0B74-4EB8-A5EC-34DC28B9CFBD}" sibTransId="{073B71F1-069A-41C0-A343-A387862CCBFA}"/>
    <dgm:cxn modelId="{E43F4C79-6015-48FE-8BEA-8525FB332F18}" srcId="{9588C8F7-369A-4C1D-8FA6-0E46BCB4C9FB}" destId="{F5087318-6C71-4744-B1DB-1236ADD34CF1}" srcOrd="2" destOrd="0" parTransId="{2A12D49C-2022-4820-BA5B-5F0F4BF78CFC}" sibTransId="{8F5A1A2A-3E8E-4B0D-8F02-F82B39DE4CF4}"/>
    <dgm:cxn modelId="{BD6B6788-4370-49DF-AF43-4F3A5E35CD06}" type="presOf" srcId="{F9E22239-8F7D-4620-A35C-0DA550849CD0}" destId="{A2A53557-C6CC-4292-912C-86ECECBC730F}" srcOrd="0" destOrd="0" presId="urn:microsoft.com/office/officeart/2005/8/layout/hierarchy1"/>
    <dgm:cxn modelId="{DC3FAB8B-5320-4F8D-8A6A-5300FBB55A1F}" type="presOf" srcId="{F5087318-6C71-4744-B1DB-1236ADD34CF1}" destId="{82F3B17F-5446-4224-AFAC-4147F04C1105}" srcOrd="0" destOrd="0" presId="urn:microsoft.com/office/officeart/2005/8/layout/hierarchy1"/>
    <dgm:cxn modelId="{28156FE0-D9FE-4E0E-B9E7-F7B8538D5D6F}" type="presOf" srcId="{9588C8F7-369A-4C1D-8FA6-0E46BCB4C9FB}" destId="{B02B89BC-349E-419D-8D1A-773B7F11D824}" srcOrd="0" destOrd="0" presId="urn:microsoft.com/office/officeart/2005/8/layout/hierarchy1"/>
    <dgm:cxn modelId="{9AFFA389-4B2D-4E41-B40C-035845B0FA6A}" type="presParOf" srcId="{B02B89BC-349E-419D-8D1A-773B7F11D824}" destId="{CDA838A8-56D7-4D87-8856-9D151C5D72AE}" srcOrd="0" destOrd="0" presId="urn:microsoft.com/office/officeart/2005/8/layout/hierarchy1"/>
    <dgm:cxn modelId="{A6C85922-0D95-44FE-8887-2DE3782D7536}" type="presParOf" srcId="{CDA838A8-56D7-4D87-8856-9D151C5D72AE}" destId="{0AB0EAC8-2EF0-4AE3-92A8-D59B442FFF26}" srcOrd="0" destOrd="0" presId="urn:microsoft.com/office/officeart/2005/8/layout/hierarchy1"/>
    <dgm:cxn modelId="{7205A0A7-B751-41D1-99DB-1E281D233755}" type="presParOf" srcId="{0AB0EAC8-2EF0-4AE3-92A8-D59B442FFF26}" destId="{BB3E57A0-F12E-4F92-8C7D-A6199946D8C6}" srcOrd="0" destOrd="0" presId="urn:microsoft.com/office/officeart/2005/8/layout/hierarchy1"/>
    <dgm:cxn modelId="{0BCB1344-7EBB-46AB-B74B-B048E2511E2F}" type="presParOf" srcId="{0AB0EAC8-2EF0-4AE3-92A8-D59B442FFF26}" destId="{2EAF7B31-C977-4E7C-92C9-F997BA7CBFD0}" srcOrd="1" destOrd="0" presId="urn:microsoft.com/office/officeart/2005/8/layout/hierarchy1"/>
    <dgm:cxn modelId="{911E32ED-1B9C-4CAB-B768-193C0BAE59E5}" type="presParOf" srcId="{CDA838A8-56D7-4D87-8856-9D151C5D72AE}" destId="{A57B76F5-05BE-4AE8-B4C4-D0FC2C99A887}" srcOrd="1" destOrd="0" presId="urn:microsoft.com/office/officeart/2005/8/layout/hierarchy1"/>
    <dgm:cxn modelId="{74303B0F-5EE5-471D-998A-26DA30DB9A15}" type="presParOf" srcId="{B02B89BC-349E-419D-8D1A-773B7F11D824}" destId="{840EB6C5-042B-4967-BC6A-2E58E571567E}" srcOrd="1" destOrd="0" presId="urn:microsoft.com/office/officeart/2005/8/layout/hierarchy1"/>
    <dgm:cxn modelId="{33014298-694A-4FD1-AD1E-785D90DE5A06}" type="presParOf" srcId="{840EB6C5-042B-4967-BC6A-2E58E571567E}" destId="{2D27CFC5-0C3E-4781-829C-736C0D00D2B8}" srcOrd="0" destOrd="0" presId="urn:microsoft.com/office/officeart/2005/8/layout/hierarchy1"/>
    <dgm:cxn modelId="{80C9FC7A-86D6-4593-8D70-16232223CF29}" type="presParOf" srcId="{2D27CFC5-0C3E-4781-829C-736C0D00D2B8}" destId="{68437B03-A0B0-468F-86FC-B6588AB7604C}" srcOrd="0" destOrd="0" presId="urn:microsoft.com/office/officeart/2005/8/layout/hierarchy1"/>
    <dgm:cxn modelId="{4FDD43E0-4D1A-4C22-A0F0-3E6E368F443A}" type="presParOf" srcId="{2D27CFC5-0C3E-4781-829C-736C0D00D2B8}" destId="{A2A53557-C6CC-4292-912C-86ECECBC730F}" srcOrd="1" destOrd="0" presId="urn:microsoft.com/office/officeart/2005/8/layout/hierarchy1"/>
    <dgm:cxn modelId="{473FD7FF-FAE7-4563-9252-96005903620E}" type="presParOf" srcId="{840EB6C5-042B-4967-BC6A-2E58E571567E}" destId="{DDA82580-4504-4367-B5B0-D40FC718DB5E}" srcOrd="1" destOrd="0" presId="urn:microsoft.com/office/officeart/2005/8/layout/hierarchy1"/>
    <dgm:cxn modelId="{8A99C544-2FBF-4ED2-9E28-BA36C2062DDF}" type="presParOf" srcId="{B02B89BC-349E-419D-8D1A-773B7F11D824}" destId="{B6AEAC46-4C8A-4CF5-97AD-FBF29A7B2C12}" srcOrd="2" destOrd="0" presId="urn:microsoft.com/office/officeart/2005/8/layout/hierarchy1"/>
    <dgm:cxn modelId="{50D6FA77-34E3-4A77-8584-F0E108C0A672}" type="presParOf" srcId="{B6AEAC46-4C8A-4CF5-97AD-FBF29A7B2C12}" destId="{7A170471-2529-49A7-8D1F-AA687A31D3EC}" srcOrd="0" destOrd="0" presId="urn:microsoft.com/office/officeart/2005/8/layout/hierarchy1"/>
    <dgm:cxn modelId="{FF5A924F-6503-4069-85AF-BC73CE7C7C62}" type="presParOf" srcId="{7A170471-2529-49A7-8D1F-AA687A31D3EC}" destId="{3199F748-8BD9-4A48-9FA4-885BC63E8046}" srcOrd="0" destOrd="0" presId="urn:microsoft.com/office/officeart/2005/8/layout/hierarchy1"/>
    <dgm:cxn modelId="{DC73F2F1-FBD4-489A-A8CB-24C8DE49412B}" type="presParOf" srcId="{7A170471-2529-49A7-8D1F-AA687A31D3EC}" destId="{82F3B17F-5446-4224-AFAC-4147F04C1105}" srcOrd="1" destOrd="0" presId="urn:microsoft.com/office/officeart/2005/8/layout/hierarchy1"/>
    <dgm:cxn modelId="{DA72A7EE-C1A5-4489-BCB5-7EFC19F0C8AF}" type="presParOf" srcId="{B6AEAC46-4C8A-4CF5-97AD-FBF29A7B2C12}" destId="{5E4873DE-1083-4FD2-A438-399FBA915B2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F4FFE2-3AE0-4DCD-9B75-329E1F2386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486831C-29BF-460C-AAA5-98BF3021529F}">
      <dgm:prSet/>
      <dgm:spPr/>
      <dgm:t>
        <a:bodyPr/>
        <a:lstStyle/>
        <a:p>
          <a:r>
            <a:rPr lang="en-US"/>
            <a:t>Bayesian Networks for modelling student exam performance. </a:t>
          </a:r>
        </a:p>
      </dgm:t>
    </dgm:pt>
    <dgm:pt modelId="{E9E112F0-5094-442B-8C49-BD0277A3CF90}" type="parTrans" cxnId="{35909256-C0A6-4B17-BA50-4F0EFCDDA99E}">
      <dgm:prSet/>
      <dgm:spPr/>
      <dgm:t>
        <a:bodyPr/>
        <a:lstStyle/>
        <a:p>
          <a:endParaRPr lang="en-US"/>
        </a:p>
      </dgm:t>
    </dgm:pt>
    <dgm:pt modelId="{CB8BDAB6-8A6C-4D12-A3C1-51A25F0D2968}" type="sibTrans" cxnId="{35909256-C0A6-4B17-BA50-4F0EFCDDA99E}">
      <dgm:prSet/>
      <dgm:spPr/>
      <dgm:t>
        <a:bodyPr/>
        <a:lstStyle/>
        <a:p>
          <a:endParaRPr lang="en-US"/>
        </a:p>
      </dgm:t>
    </dgm:pt>
    <dgm:pt modelId="{48BCE3F7-81FD-4521-B83A-CE5946FD9CBB}">
      <dgm:prSet/>
      <dgm:spPr>
        <a:solidFill>
          <a:srgbClr val="002060"/>
        </a:solidFill>
        <a:ln>
          <a:noFill/>
        </a:ln>
      </dgm:spPr>
      <dgm:t>
        <a:bodyPr/>
        <a:lstStyle/>
        <a:p>
          <a:r>
            <a:rPr lang="en-US" dirty="0"/>
            <a:t>Two models compared: an expert-defined causal structure and a structure learned automatically. </a:t>
          </a:r>
        </a:p>
      </dgm:t>
    </dgm:pt>
    <dgm:pt modelId="{5977CCBE-84E4-4507-B2B5-4B188C701AAF}" type="parTrans" cxnId="{4614BF69-091E-4DB6-A316-88F7328791B8}">
      <dgm:prSet/>
      <dgm:spPr/>
      <dgm:t>
        <a:bodyPr/>
        <a:lstStyle/>
        <a:p>
          <a:endParaRPr lang="en-US"/>
        </a:p>
      </dgm:t>
    </dgm:pt>
    <dgm:pt modelId="{5205CA0F-95B9-4FF2-86DF-E7C12F83A4D0}" type="sibTrans" cxnId="{4614BF69-091E-4DB6-A316-88F7328791B8}">
      <dgm:prSet/>
      <dgm:spPr/>
      <dgm:t>
        <a:bodyPr/>
        <a:lstStyle/>
        <a:p>
          <a:endParaRPr lang="en-US"/>
        </a:p>
      </dgm:t>
    </dgm:pt>
    <dgm:pt modelId="{E875914A-3235-4095-A386-866F2EE41230}" type="pres">
      <dgm:prSet presAssocID="{26F4FFE2-3AE0-4DCD-9B75-329E1F238602}" presName="root" presStyleCnt="0">
        <dgm:presLayoutVars>
          <dgm:dir/>
          <dgm:resizeHandles val="exact"/>
        </dgm:presLayoutVars>
      </dgm:prSet>
      <dgm:spPr/>
    </dgm:pt>
    <dgm:pt modelId="{15DDE276-3B54-44F6-A73E-8FD31D8083E0}" type="pres">
      <dgm:prSet presAssocID="{C486831C-29BF-460C-AAA5-98BF3021529F}" presName="compNode" presStyleCnt="0"/>
      <dgm:spPr/>
    </dgm:pt>
    <dgm:pt modelId="{B0F6AA0E-C2B8-4993-9CAC-585CAD081614}" type="pres">
      <dgm:prSet presAssocID="{C486831C-29BF-460C-AAA5-98BF3021529F}" presName="bgRect" presStyleLbl="bgShp" presStyleIdx="0" presStyleCnt="2"/>
      <dgm:spPr>
        <a:solidFill>
          <a:srgbClr val="00B0F0"/>
        </a:solidFill>
        <a:ln>
          <a:noFill/>
        </a:ln>
      </dgm:spPr>
    </dgm:pt>
    <dgm:pt modelId="{07E2DC14-69B0-4539-9F01-D991853B56B4}" type="pres">
      <dgm:prSet presAssocID="{C486831C-29BF-460C-AAA5-98BF3021529F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62ECC1F-ABB8-4EC3-8A0B-5911A7327FAD}" type="pres">
      <dgm:prSet presAssocID="{C486831C-29BF-460C-AAA5-98BF3021529F}" presName="spaceRect" presStyleCnt="0"/>
      <dgm:spPr/>
    </dgm:pt>
    <dgm:pt modelId="{D91ED6D9-73F1-4D39-928B-593C3D81BD6B}" type="pres">
      <dgm:prSet presAssocID="{C486831C-29BF-460C-AAA5-98BF3021529F}" presName="parTx" presStyleLbl="revTx" presStyleIdx="0" presStyleCnt="2">
        <dgm:presLayoutVars>
          <dgm:chMax val="0"/>
          <dgm:chPref val="0"/>
        </dgm:presLayoutVars>
      </dgm:prSet>
      <dgm:spPr/>
    </dgm:pt>
    <dgm:pt modelId="{1429B4BB-0B76-4D57-B3AA-8D6A1057AC6A}" type="pres">
      <dgm:prSet presAssocID="{CB8BDAB6-8A6C-4D12-A3C1-51A25F0D2968}" presName="sibTrans" presStyleCnt="0"/>
      <dgm:spPr/>
    </dgm:pt>
    <dgm:pt modelId="{1AC815A6-904D-4C25-8389-8EDAB61A5DF5}" type="pres">
      <dgm:prSet presAssocID="{48BCE3F7-81FD-4521-B83A-CE5946FD9CBB}" presName="compNode" presStyleCnt="0"/>
      <dgm:spPr/>
    </dgm:pt>
    <dgm:pt modelId="{D1C9F289-E59B-4BAF-89B6-7B796AE071F2}" type="pres">
      <dgm:prSet presAssocID="{48BCE3F7-81FD-4521-B83A-CE5946FD9CBB}" presName="bgRect" presStyleLbl="bgShp" presStyleIdx="1" presStyleCnt="2"/>
      <dgm:spPr>
        <a:solidFill>
          <a:srgbClr val="002060"/>
        </a:solidFill>
        <a:ln>
          <a:solidFill>
            <a:srgbClr val="002060"/>
          </a:solidFill>
        </a:ln>
      </dgm:spPr>
    </dgm:pt>
    <dgm:pt modelId="{B44275F0-CCE2-4BA4-8DCF-A0878E77749C}" type="pres">
      <dgm:prSet presAssocID="{48BCE3F7-81FD-4521-B83A-CE5946FD9CB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8BB62786-AFC9-406D-B41D-EC060BD6A727}" type="pres">
      <dgm:prSet presAssocID="{48BCE3F7-81FD-4521-B83A-CE5946FD9CBB}" presName="spaceRect" presStyleCnt="0"/>
      <dgm:spPr/>
    </dgm:pt>
    <dgm:pt modelId="{9DFE5A64-1421-4D34-9E8C-B2A255CCE789}" type="pres">
      <dgm:prSet presAssocID="{48BCE3F7-81FD-4521-B83A-CE5946FD9CB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4B696504-965E-4017-A5D8-089E3B2496CC}" type="presOf" srcId="{48BCE3F7-81FD-4521-B83A-CE5946FD9CBB}" destId="{9DFE5A64-1421-4D34-9E8C-B2A255CCE789}" srcOrd="0" destOrd="0" presId="urn:microsoft.com/office/officeart/2018/2/layout/IconVerticalSolidList"/>
    <dgm:cxn modelId="{8BD6E11E-0B0C-4709-8B7D-79AC8EC5762B}" type="presOf" srcId="{C486831C-29BF-460C-AAA5-98BF3021529F}" destId="{D91ED6D9-73F1-4D39-928B-593C3D81BD6B}" srcOrd="0" destOrd="0" presId="urn:microsoft.com/office/officeart/2018/2/layout/IconVerticalSolidList"/>
    <dgm:cxn modelId="{4614BF69-091E-4DB6-A316-88F7328791B8}" srcId="{26F4FFE2-3AE0-4DCD-9B75-329E1F238602}" destId="{48BCE3F7-81FD-4521-B83A-CE5946FD9CBB}" srcOrd="1" destOrd="0" parTransId="{5977CCBE-84E4-4507-B2B5-4B188C701AAF}" sibTransId="{5205CA0F-95B9-4FF2-86DF-E7C12F83A4D0}"/>
    <dgm:cxn modelId="{35909256-C0A6-4B17-BA50-4F0EFCDDA99E}" srcId="{26F4FFE2-3AE0-4DCD-9B75-329E1F238602}" destId="{C486831C-29BF-460C-AAA5-98BF3021529F}" srcOrd="0" destOrd="0" parTransId="{E9E112F0-5094-442B-8C49-BD0277A3CF90}" sibTransId="{CB8BDAB6-8A6C-4D12-A3C1-51A25F0D2968}"/>
    <dgm:cxn modelId="{8855CAEE-19EE-4614-989E-DBE2690FF6BC}" type="presOf" srcId="{26F4FFE2-3AE0-4DCD-9B75-329E1F238602}" destId="{E875914A-3235-4095-A386-866F2EE41230}" srcOrd="0" destOrd="0" presId="urn:microsoft.com/office/officeart/2018/2/layout/IconVerticalSolidList"/>
    <dgm:cxn modelId="{930ABCD6-EE56-4042-A326-599C726910F1}" type="presParOf" srcId="{E875914A-3235-4095-A386-866F2EE41230}" destId="{15DDE276-3B54-44F6-A73E-8FD31D8083E0}" srcOrd="0" destOrd="0" presId="urn:microsoft.com/office/officeart/2018/2/layout/IconVerticalSolidList"/>
    <dgm:cxn modelId="{26FC8A61-5931-4F2B-98E1-F0E6619D1F70}" type="presParOf" srcId="{15DDE276-3B54-44F6-A73E-8FD31D8083E0}" destId="{B0F6AA0E-C2B8-4993-9CAC-585CAD081614}" srcOrd="0" destOrd="0" presId="urn:microsoft.com/office/officeart/2018/2/layout/IconVerticalSolidList"/>
    <dgm:cxn modelId="{0138D896-D880-4BF0-B23E-8062FE2AFD97}" type="presParOf" srcId="{15DDE276-3B54-44F6-A73E-8FD31D8083E0}" destId="{07E2DC14-69B0-4539-9F01-D991853B56B4}" srcOrd="1" destOrd="0" presId="urn:microsoft.com/office/officeart/2018/2/layout/IconVerticalSolidList"/>
    <dgm:cxn modelId="{7A676BB9-D23E-4E9E-BCC4-89660917745F}" type="presParOf" srcId="{15DDE276-3B54-44F6-A73E-8FD31D8083E0}" destId="{C62ECC1F-ABB8-4EC3-8A0B-5911A7327FAD}" srcOrd="2" destOrd="0" presId="urn:microsoft.com/office/officeart/2018/2/layout/IconVerticalSolidList"/>
    <dgm:cxn modelId="{BA0527BF-A530-46F8-A68B-3F10A54058D1}" type="presParOf" srcId="{15DDE276-3B54-44F6-A73E-8FD31D8083E0}" destId="{D91ED6D9-73F1-4D39-928B-593C3D81BD6B}" srcOrd="3" destOrd="0" presId="urn:microsoft.com/office/officeart/2018/2/layout/IconVerticalSolidList"/>
    <dgm:cxn modelId="{6457E4AA-80CC-4750-8442-1356549F65E2}" type="presParOf" srcId="{E875914A-3235-4095-A386-866F2EE41230}" destId="{1429B4BB-0B76-4D57-B3AA-8D6A1057AC6A}" srcOrd="1" destOrd="0" presId="urn:microsoft.com/office/officeart/2018/2/layout/IconVerticalSolidList"/>
    <dgm:cxn modelId="{189D9B2A-C63C-4E4C-A769-3D766576E597}" type="presParOf" srcId="{E875914A-3235-4095-A386-866F2EE41230}" destId="{1AC815A6-904D-4C25-8389-8EDAB61A5DF5}" srcOrd="2" destOrd="0" presId="urn:microsoft.com/office/officeart/2018/2/layout/IconVerticalSolidList"/>
    <dgm:cxn modelId="{36A43BFF-4705-43FC-A726-1B7657953332}" type="presParOf" srcId="{1AC815A6-904D-4C25-8389-8EDAB61A5DF5}" destId="{D1C9F289-E59B-4BAF-89B6-7B796AE071F2}" srcOrd="0" destOrd="0" presId="urn:microsoft.com/office/officeart/2018/2/layout/IconVerticalSolidList"/>
    <dgm:cxn modelId="{FF84DBD7-6EA3-4F4B-A871-4911DEEC9188}" type="presParOf" srcId="{1AC815A6-904D-4C25-8389-8EDAB61A5DF5}" destId="{B44275F0-CCE2-4BA4-8DCF-A0878E77749C}" srcOrd="1" destOrd="0" presId="urn:microsoft.com/office/officeart/2018/2/layout/IconVerticalSolidList"/>
    <dgm:cxn modelId="{47D83386-F479-4E45-A5DB-1560BE23BF18}" type="presParOf" srcId="{1AC815A6-904D-4C25-8389-8EDAB61A5DF5}" destId="{8BB62786-AFC9-406D-B41D-EC060BD6A727}" srcOrd="2" destOrd="0" presId="urn:microsoft.com/office/officeart/2018/2/layout/IconVerticalSolidList"/>
    <dgm:cxn modelId="{11B15C1A-FC58-472D-A8A8-71490AC8EF4D}" type="presParOf" srcId="{1AC815A6-904D-4C25-8389-8EDAB61A5DF5}" destId="{9DFE5A64-1421-4D34-9E8C-B2A255CCE78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EC5B2D8-8E57-4BF7-B2E6-9947DCDE638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CC5101A-513A-41B8-90AE-2DA789F6F7D1}">
      <dgm:prSet/>
      <dgm:spPr>
        <a:solidFill>
          <a:srgbClr val="00B0F0"/>
        </a:solidFill>
        <a:ln>
          <a:noFill/>
        </a:ln>
      </dgm:spPr>
      <dgm:t>
        <a:bodyPr/>
        <a:lstStyle/>
        <a:p>
          <a:r>
            <a:rPr lang="en-US" dirty="0"/>
            <a:t>1. Data Loading and Analysis.</a:t>
          </a:r>
        </a:p>
      </dgm:t>
    </dgm:pt>
    <dgm:pt modelId="{FB466DAA-0BD5-4854-9EB2-30E941CA310F}" type="parTrans" cxnId="{32C56FCA-0795-46F4-9244-9E0FFCE48DA6}">
      <dgm:prSet/>
      <dgm:spPr/>
      <dgm:t>
        <a:bodyPr/>
        <a:lstStyle/>
        <a:p>
          <a:endParaRPr lang="en-US"/>
        </a:p>
      </dgm:t>
    </dgm:pt>
    <dgm:pt modelId="{B15AD35A-CA61-4464-8919-77486E4AF5C7}" type="sibTrans" cxnId="{32C56FCA-0795-46F4-9244-9E0FFCE48DA6}">
      <dgm:prSet/>
      <dgm:spPr/>
      <dgm:t>
        <a:bodyPr/>
        <a:lstStyle/>
        <a:p>
          <a:endParaRPr lang="en-US"/>
        </a:p>
      </dgm:t>
    </dgm:pt>
    <dgm:pt modelId="{3E828951-0E99-41C4-A796-DB15254B8820}">
      <dgm:prSet/>
      <dgm:spPr>
        <a:solidFill>
          <a:schemeClr val="accent4"/>
        </a:solidFill>
        <a:ln>
          <a:noFill/>
        </a:ln>
      </dgm:spPr>
      <dgm:t>
        <a:bodyPr/>
        <a:lstStyle/>
        <a:p>
          <a:r>
            <a:rPr lang="en-US"/>
            <a:t>2. Variable Selection.</a:t>
          </a:r>
        </a:p>
      </dgm:t>
    </dgm:pt>
    <dgm:pt modelId="{886CAAE6-0FF5-4AF0-833C-46AFD9E71ACE}" type="parTrans" cxnId="{6C92A134-A2FD-4F43-B34F-06EE49D0D1F5}">
      <dgm:prSet/>
      <dgm:spPr/>
      <dgm:t>
        <a:bodyPr/>
        <a:lstStyle/>
        <a:p>
          <a:endParaRPr lang="en-US"/>
        </a:p>
      </dgm:t>
    </dgm:pt>
    <dgm:pt modelId="{D63BCBCA-90F3-4445-912D-2A4A33FC4B55}" type="sibTrans" cxnId="{6C92A134-A2FD-4F43-B34F-06EE49D0D1F5}">
      <dgm:prSet/>
      <dgm:spPr/>
      <dgm:t>
        <a:bodyPr/>
        <a:lstStyle/>
        <a:p>
          <a:endParaRPr lang="en-US"/>
        </a:p>
      </dgm:t>
    </dgm:pt>
    <dgm:pt modelId="{E0DF655F-B812-47A1-8DB3-3E9A455B0268}">
      <dgm:prSet/>
      <dgm:spPr>
        <a:solidFill>
          <a:srgbClr val="0070C0"/>
        </a:solidFill>
        <a:ln>
          <a:noFill/>
        </a:ln>
      </dgm:spPr>
      <dgm:t>
        <a:bodyPr/>
        <a:lstStyle/>
        <a:p>
          <a:r>
            <a:rPr lang="en-US" dirty="0"/>
            <a:t>3. Preprocessing and Discretization.</a:t>
          </a:r>
        </a:p>
      </dgm:t>
    </dgm:pt>
    <dgm:pt modelId="{FBA3C596-3D7C-414C-A927-1DA93995D6A9}" type="parTrans" cxnId="{7C1B1DBA-1EBD-4178-B508-B30C71A00358}">
      <dgm:prSet/>
      <dgm:spPr/>
      <dgm:t>
        <a:bodyPr/>
        <a:lstStyle/>
        <a:p>
          <a:endParaRPr lang="en-US"/>
        </a:p>
      </dgm:t>
    </dgm:pt>
    <dgm:pt modelId="{94E132F9-6F06-44C0-A169-A2E37356AADD}" type="sibTrans" cxnId="{7C1B1DBA-1EBD-4178-B508-B30C71A00358}">
      <dgm:prSet/>
      <dgm:spPr/>
      <dgm:t>
        <a:bodyPr/>
        <a:lstStyle/>
        <a:p>
          <a:endParaRPr lang="en-US"/>
        </a:p>
      </dgm:t>
    </dgm:pt>
    <dgm:pt modelId="{CD5E000D-44A8-4BFE-99A9-310EEB612A80}">
      <dgm:prSet/>
      <dgm:spPr>
        <a:solidFill>
          <a:schemeClr val="accent4">
            <a:lumMod val="50000"/>
          </a:schemeClr>
        </a:solidFill>
        <a:ln>
          <a:noFill/>
        </a:ln>
      </dgm:spPr>
      <dgm:t>
        <a:bodyPr/>
        <a:lstStyle/>
        <a:p>
          <a:r>
            <a:rPr lang="en-US" dirty="0"/>
            <a:t>4. Model Construction (Expert vs. Data).</a:t>
          </a:r>
        </a:p>
      </dgm:t>
    </dgm:pt>
    <dgm:pt modelId="{401D507D-3C5D-47C0-980A-87EC6411FEE7}" type="parTrans" cxnId="{A6FF3C9C-E3C6-4B8F-B340-5309650E57E5}">
      <dgm:prSet/>
      <dgm:spPr/>
      <dgm:t>
        <a:bodyPr/>
        <a:lstStyle/>
        <a:p>
          <a:endParaRPr lang="en-US"/>
        </a:p>
      </dgm:t>
    </dgm:pt>
    <dgm:pt modelId="{20466D24-0448-4578-A8E3-45D324A54EDB}" type="sibTrans" cxnId="{A6FF3C9C-E3C6-4B8F-B340-5309650E57E5}">
      <dgm:prSet/>
      <dgm:spPr/>
      <dgm:t>
        <a:bodyPr/>
        <a:lstStyle/>
        <a:p>
          <a:endParaRPr lang="en-US"/>
        </a:p>
      </dgm:t>
    </dgm:pt>
    <dgm:pt modelId="{14767862-677C-41EF-9DD4-DF6801DC855B}">
      <dgm:prSet/>
      <dgm:spPr>
        <a:solidFill>
          <a:schemeClr val="tx2">
            <a:lumMod val="90000"/>
            <a:lumOff val="10000"/>
          </a:schemeClr>
        </a:solidFill>
        <a:ln>
          <a:noFill/>
        </a:ln>
      </dgm:spPr>
      <dgm:t>
        <a:bodyPr/>
        <a:lstStyle/>
        <a:p>
          <a:r>
            <a:rPr lang="en-US"/>
            <a:t>5. Evaluation and Comparison.</a:t>
          </a:r>
        </a:p>
      </dgm:t>
    </dgm:pt>
    <dgm:pt modelId="{F7C0BC87-5DC0-44D4-AA47-06030F37B5DB}" type="parTrans" cxnId="{2955EE47-138B-4D4D-8DD7-A268F1748524}">
      <dgm:prSet/>
      <dgm:spPr/>
      <dgm:t>
        <a:bodyPr/>
        <a:lstStyle/>
        <a:p>
          <a:endParaRPr lang="en-US"/>
        </a:p>
      </dgm:t>
    </dgm:pt>
    <dgm:pt modelId="{C0EE808F-5D3A-4913-B983-169B46BF50BA}" type="sibTrans" cxnId="{2955EE47-138B-4D4D-8DD7-A268F1748524}">
      <dgm:prSet/>
      <dgm:spPr/>
      <dgm:t>
        <a:bodyPr/>
        <a:lstStyle/>
        <a:p>
          <a:endParaRPr lang="en-US"/>
        </a:p>
      </dgm:t>
    </dgm:pt>
    <dgm:pt modelId="{26ADFE44-BCC5-4316-981F-97D0B4ADC7B4}">
      <dgm:prSet/>
      <dgm:spPr>
        <a:solidFill>
          <a:srgbClr val="002060"/>
        </a:solidFill>
        <a:ln>
          <a:noFill/>
        </a:ln>
      </dgm:spPr>
      <dgm:t>
        <a:bodyPr/>
        <a:lstStyle/>
        <a:p>
          <a:r>
            <a:rPr lang="en-US" dirty="0"/>
            <a:t>6. Inference and Sensitivity Analysis.</a:t>
          </a:r>
        </a:p>
      </dgm:t>
    </dgm:pt>
    <dgm:pt modelId="{EC40EC7C-6436-4C5E-B61A-5750D97EFF5A}" type="parTrans" cxnId="{F3A0C373-EE9F-4781-88A7-8CC005C20889}">
      <dgm:prSet/>
      <dgm:spPr/>
      <dgm:t>
        <a:bodyPr/>
        <a:lstStyle/>
        <a:p>
          <a:endParaRPr lang="en-US"/>
        </a:p>
      </dgm:t>
    </dgm:pt>
    <dgm:pt modelId="{0B832A4C-88C6-43DC-A269-10DC27F41A73}" type="sibTrans" cxnId="{F3A0C373-EE9F-4781-88A7-8CC005C20889}">
      <dgm:prSet/>
      <dgm:spPr/>
      <dgm:t>
        <a:bodyPr/>
        <a:lstStyle/>
        <a:p>
          <a:endParaRPr lang="en-US"/>
        </a:p>
      </dgm:t>
    </dgm:pt>
    <dgm:pt modelId="{081AEBA3-7D91-4677-9FAD-C94E90E46302}" type="pres">
      <dgm:prSet presAssocID="{1EC5B2D8-8E57-4BF7-B2E6-9947DCDE638A}" presName="diagram" presStyleCnt="0">
        <dgm:presLayoutVars>
          <dgm:dir/>
          <dgm:resizeHandles val="exact"/>
        </dgm:presLayoutVars>
      </dgm:prSet>
      <dgm:spPr/>
    </dgm:pt>
    <dgm:pt modelId="{8F43E9D1-64A2-45F5-95C0-4615FDAB7870}" type="pres">
      <dgm:prSet presAssocID="{6CC5101A-513A-41B8-90AE-2DA789F6F7D1}" presName="node" presStyleLbl="node1" presStyleIdx="0" presStyleCnt="6">
        <dgm:presLayoutVars>
          <dgm:bulletEnabled val="1"/>
        </dgm:presLayoutVars>
      </dgm:prSet>
      <dgm:spPr/>
    </dgm:pt>
    <dgm:pt modelId="{CAD33F4A-4CA6-44A8-B46B-3DFEF0A99D59}" type="pres">
      <dgm:prSet presAssocID="{B15AD35A-CA61-4464-8919-77486E4AF5C7}" presName="sibTrans" presStyleCnt="0"/>
      <dgm:spPr/>
    </dgm:pt>
    <dgm:pt modelId="{4D98E5FA-60EE-45B5-B87E-D1361B7DF77A}" type="pres">
      <dgm:prSet presAssocID="{3E828951-0E99-41C4-A796-DB15254B8820}" presName="node" presStyleLbl="node1" presStyleIdx="1" presStyleCnt="6">
        <dgm:presLayoutVars>
          <dgm:bulletEnabled val="1"/>
        </dgm:presLayoutVars>
      </dgm:prSet>
      <dgm:spPr/>
    </dgm:pt>
    <dgm:pt modelId="{777D6CC8-81AD-4DFE-A50A-A0C3B180D5A0}" type="pres">
      <dgm:prSet presAssocID="{D63BCBCA-90F3-4445-912D-2A4A33FC4B55}" presName="sibTrans" presStyleCnt="0"/>
      <dgm:spPr/>
    </dgm:pt>
    <dgm:pt modelId="{657D8B16-790C-4416-B906-8A38A1710B9D}" type="pres">
      <dgm:prSet presAssocID="{E0DF655F-B812-47A1-8DB3-3E9A455B0268}" presName="node" presStyleLbl="node1" presStyleIdx="2" presStyleCnt="6">
        <dgm:presLayoutVars>
          <dgm:bulletEnabled val="1"/>
        </dgm:presLayoutVars>
      </dgm:prSet>
      <dgm:spPr/>
    </dgm:pt>
    <dgm:pt modelId="{F57244BF-0ED7-4445-AB28-81FE5946D777}" type="pres">
      <dgm:prSet presAssocID="{94E132F9-6F06-44C0-A169-A2E37356AADD}" presName="sibTrans" presStyleCnt="0"/>
      <dgm:spPr/>
    </dgm:pt>
    <dgm:pt modelId="{7E15D10D-B33A-45F7-B21C-00868A20797E}" type="pres">
      <dgm:prSet presAssocID="{CD5E000D-44A8-4BFE-99A9-310EEB612A80}" presName="node" presStyleLbl="node1" presStyleIdx="3" presStyleCnt="6">
        <dgm:presLayoutVars>
          <dgm:bulletEnabled val="1"/>
        </dgm:presLayoutVars>
      </dgm:prSet>
      <dgm:spPr/>
    </dgm:pt>
    <dgm:pt modelId="{790363CE-9326-4D2C-851B-2BD5E0737B92}" type="pres">
      <dgm:prSet presAssocID="{20466D24-0448-4578-A8E3-45D324A54EDB}" presName="sibTrans" presStyleCnt="0"/>
      <dgm:spPr/>
    </dgm:pt>
    <dgm:pt modelId="{0C14F859-95EA-4EA6-81BD-73E852315AE1}" type="pres">
      <dgm:prSet presAssocID="{14767862-677C-41EF-9DD4-DF6801DC855B}" presName="node" presStyleLbl="node1" presStyleIdx="4" presStyleCnt="6">
        <dgm:presLayoutVars>
          <dgm:bulletEnabled val="1"/>
        </dgm:presLayoutVars>
      </dgm:prSet>
      <dgm:spPr/>
    </dgm:pt>
    <dgm:pt modelId="{28613694-9287-4B33-A354-D32CD67950B9}" type="pres">
      <dgm:prSet presAssocID="{C0EE808F-5D3A-4913-B983-169B46BF50BA}" presName="sibTrans" presStyleCnt="0"/>
      <dgm:spPr/>
    </dgm:pt>
    <dgm:pt modelId="{E8D14C84-C921-45C8-8931-66BCEF1E26F4}" type="pres">
      <dgm:prSet presAssocID="{26ADFE44-BCC5-4316-981F-97D0B4ADC7B4}" presName="node" presStyleLbl="node1" presStyleIdx="5" presStyleCnt="6">
        <dgm:presLayoutVars>
          <dgm:bulletEnabled val="1"/>
        </dgm:presLayoutVars>
      </dgm:prSet>
      <dgm:spPr/>
    </dgm:pt>
  </dgm:ptLst>
  <dgm:cxnLst>
    <dgm:cxn modelId="{28501130-EEBB-4BB2-AC96-5D05802D34F0}" type="presOf" srcId="{3E828951-0E99-41C4-A796-DB15254B8820}" destId="{4D98E5FA-60EE-45B5-B87E-D1361B7DF77A}" srcOrd="0" destOrd="0" presId="urn:microsoft.com/office/officeart/2005/8/layout/default"/>
    <dgm:cxn modelId="{6C92A134-A2FD-4F43-B34F-06EE49D0D1F5}" srcId="{1EC5B2D8-8E57-4BF7-B2E6-9947DCDE638A}" destId="{3E828951-0E99-41C4-A796-DB15254B8820}" srcOrd="1" destOrd="0" parTransId="{886CAAE6-0FF5-4AF0-833C-46AFD9E71ACE}" sibTransId="{D63BCBCA-90F3-4445-912D-2A4A33FC4B55}"/>
    <dgm:cxn modelId="{7D9EA545-0279-4526-B712-EDF1AF7559BD}" type="presOf" srcId="{14767862-677C-41EF-9DD4-DF6801DC855B}" destId="{0C14F859-95EA-4EA6-81BD-73E852315AE1}" srcOrd="0" destOrd="0" presId="urn:microsoft.com/office/officeart/2005/8/layout/default"/>
    <dgm:cxn modelId="{2955EE47-138B-4D4D-8DD7-A268F1748524}" srcId="{1EC5B2D8-8E57-4BF7-B2E6-9947DCDE638A}" destId="{14767862-677C-41EF-9DD4-DF6801DC855B}" srcOrd="4" destOrd="0" parTransId="{F7C0BC87-5DC0-44D4-AA47-06030F37B5DB}" sibTransId="{C0EE808F-5D3A-4913-B983-169B46BF50BA}"/>
    <dgm:cxn modelId="{C7EA1E4E-5BE4-4B56-883D-EA4489CA0D34}" type="presOf" srcId="{1EC5B2D8-8E57-4BF7-B2E6-9947DCDE638A}" destId="{081AEBA3-7D91-4677-9FAD-C94E90E46302}" srcOrd="0" destOrd="0" presId="urn:microsoft.com/office/officeart/2005/8/layout/default"/>
    <dgm:cxn modelId="{F3A0C373-EE9F-4781-88A7-8CC005C20889}" srcId="{1EC5B2D8-8E57-4BF7-B2E6-9947DCDE638A}" destId="{26ADFE44-BCC5-4316-981F-97D0B4ADC7B4}" srcOrd="5" destOrd="0" parTransId="{EC40EC7C-6436-4C5E-B61A-5750D97EFF5A}" sibTransId="{0B832A4C-88C6-43DC-A269-10DC27F41A73}"/>
    <dgm:cxn modelId="{16E9727D-A309-45CF-8E3B-B9F3318A359E}" type="presOf" srcId="{6CC5101A-513A-41B8-90AE-2DA789F6F7D1}" destId="{8F43E9D1-64A2-45F5-95C0-4615FDAB7870}" srcOrd="0" destOrd="0" presId="urn:microsoft.com/office/officeart/2005/8/layout/default"/>
    <dgm:cxn modelId="{A6FF3C9C-E3C6-4B8F-B340-5309650E57E5}" srcId="{1EC5B2D8-8E57-4BF7-B2E6-9947DCDE638A}" destId="{CD5E000D-44A8-4BFE-99A9-310EEB612A80}" srcOrd="3" destOrd="0" parTransId="{401D507D-3C5D-47C0-980A-87EC6411FEE7}" sibTransId="{20466D24-0448-4578-A8E3-45D324A54EDB}"/>
    <dgm:cxn modelId="{7C1B1DBA-1EBD-4178-B508-B30C71A00358}" srcId="{1EC5B2D8-8E57-4BF7-B2E6-9947DCDE638A}" destId="{E0DF655F-B812-47A1-8DB3-3E9A455B0268}" srcOrd="2" destOrd="0" parTransId="{FBA3C596-3D7C-414C-A927-1DA93995D6A9}" sibTransId="{94E132F9-6F06-44C0-A169-A2E37356AADD}"/>
    <dgm:cxn modelId="{32C56FCA-0795-46F4-9244-9E0FFCE48DA6}" srcId="{1EC5B2D8-8E57-4BF7-B2E6-9947DCDE638A}" destId="{6CC5101A-513A-41B8-90AE-2DA789F6F7D1}" srcOrd="0" destOrd="0" parTransId="{FB466DAA-0BD5-4854-9EB2-30E941CA310F}" sibTransId="{B15AD35A-CA61-4464-8919-77486E4AF5C7}"/>
    <dgm:cxn modelId="{B2F9EDD9-9317-4800-B2A1-B54F9426CA5E}" type="presOf" srcId="{26ADFE44-BCC5-4316-981F-97D0B4ADC7B4}" destId="{E8D14C84-C921-45C8-8931-66BCEF1E26F4}" srcOrd="0" destOrd="0" presId="urn:microsoft.com/office/officeart/2005/8/layout/default"/>
    <dgm:cxn modelId="{EEAA5FF3-835B-47CC-B5BF-0DC83BC5B88C}" type="presOf" srcId="{E0DF655F-B812-47A1-8DB3-3E9A455B0268}" destId="{657D8B16-790C-4416-B906-8A38A1710B9D}" srcOrd="0" destOrd="0" presId="urn:microsoft.com/office/officeart/2005/8/layout/default"/>
    <dgm:cxn modelId="{25B5FDFB-E02B-47D4-8208-824231E24155}" type="presOf" srcId="{CD5E000D-44A8-4BFE-99A9-310EEB612A80}" destId="{7E15D10D-B33A-45F7-B21C-00868A20797E}" srcOrd="0" destOrd="0" presId="urn:microsoft.com/office/officeart/2005/8/layout/default"/>
    <dgm:cxn modelId="{12A8C72A-1D49-44B3-A779-D93F96E3B97A}" type="presParOf" srcId="{081AEBA3-7D91-4677-9FAD-C94E90E46302}" destId="{8F43E9D1-64A2-45F5-95C0-4615FDAB7870}" srcOrd="0" destOrd="0" presId="urn:microsoft.com/office/officeart/2005/8/layout/default"/>
    <dgm:cxn modelId="{49153954-D0FA-4CED-AF2F-FC1ECB1F5CD5}" type="presParOf" srcId="{081AEBA3-7D91-4677-9FAD-C94E90E46302}" destId="{CAD33F4A-4CA6-44A8-B46B-3DFEF0A99D59}" srcOrd="1" destOrd="0" presId="urn:microsoft.com/office/officeart/2005/8/layout/default"/>
    <dgm:cxn modelId="{85412DEE-D956-4996-ACE9-E2C5132E7C66}" type="presParOf" srcId="{081AEBA3-7D91-4677-9FAD-C94E90E46302}" destId="{4D98E5FA-60EE-45B5-B87E-D1361B7DF77A}" srcOrd="2" destOrd="0" presId="urn:microsoft.com/office/officeart/2005/8/layout/default"/>
    <dgm:cxn modelId="{13459422-FEF6-486B-9791-6C54AE29FC11}" type="presParOf" srcId="{081AEBA3-7D91-4677-9FAD-C94E90E46302}" destId="{777D6CC8-81AD-4DFE-A50A-A0C3B180D5A0}" srcOrd="3" destOrd="0" presId="urn:microsoft.com/office/officeart/2005/8/layout/default"/>
    <dgm:cxn modelId="{F01C2E80-3966-4F94-B709-00CB3A121539}" type="presParOf" srcId="{081AEBA3-7D91-4677-9FAD-C94E90E46302}" destId="{657D8B16-790C-4416-B906-8A38A1710B9D}" srcOrd="4" destOrd="0" presId="urn:microsoft.com/office/officeart/2005/8/layout/default"/>
    <dgm:cxn modelId="{8FB4222F-9043-40B4-BB5B-85E19A6A1FBF}" type="presParOf" srcId="{081AEBA3-7D91-4677-9FAD-C94E90E46302}" destId="{F57244BF-0ED7-4445-AB28-81FE5946D777}" srcOrd="5" destOrd="0" presId="urn:microsoft.com/office/officeart/2005/8/layout/default"/>
    <dgm:cxn modelId="{4C3592AF-2828-4502-85B9-9DAE594BDBEC}" type="presParOf" srcId="{081AEBA3-7D91-4677-9FAD-C94E90E46302}" destId="{7E15D10D-B33A-45F7-B21C-00868A20797E}" srcOrd="6" destOrd="0" presId="urn:microsoft.com/office/officeart/2005/8/layout/default"/>
    <dgm:cxn modelId="{C859F677-8B89-48D0-9FB8-3C5D3FEB2153}" type="presParOf" srcId="{081AEBA3-7D91-4677-9FAD-C94E90E46302}" destId="{790363CE-9326-4D2C-851B-2BD5E0737B92}" srcOrd="7" destOrd="0" presId="urn:microsoft.com/office/officeart/2005/8/layout/default"/>
    <dgm:cxn modelId="{A0753AAC-1FC1-4826-8FB8-0099A21F485A}" type="presParOf" srcId="{081AEBA3-7D91-4677-9FAD-C94E90E46302}" destId="{0C14F859-95EA-4EA6-81BD-73E852315AE1}" srcOrd="8" destOrd="0" presId="urn:microsoft.com/office/officeart/2005/8/layout/default"/>
    <dgm:cxn modelId="{44B49A3D-3241-4A60-9A1E-CE03ECA0ED60}" type="presParOf" srcId="{081AEBA3-7D91-4677-9FAD-C94E90E46302}" destId="{28613694-9287-4B33-A354-D32CD67950B9}" srcOrd="9" destOrd="0" presId="urn:microsoft.com/office/officeart/2005/8/layout/default"/>
    <dgm:cxn modelId="{99DE34C2-2812-48ED-AA79-5D5C4F405C05}" type="presParOf" srcId="{081AEBA3-7D91-4677-9FAD-C94E90E46302}" destId="{E8D14C84-C921-45C8-8931-66BCEF1E26F4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0E670E6-1A20-411F-B780-EF6DAA8EBDAF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91EA24C-64DE-4A8E-9176-83856EA46C9A}">
      <dgm:prSet/>
      <dgm:spPr>
        <a:solidFill>
          <a:srgbClr val="00B0F0"/>
        </a:solidFill>
        <a:ln>
          <a:noFill/>
        </a:ln>
      </dgm:spPr>
      <dgm:t>
        <a:bodyPr/>
        <a:lstStyle/>
        <a:p>
          <a:r>
            <a:rPr lang="en-US"/>
            <a:t>Continuous predictors were discretized into low / medium / high.</a:t>
          </a:r>
        </a:p>
      </dgm:t>
    </dgm:pt>
    <dgm:pt modelId="{E9636B40-1B07-486C-BEF5-E686B0151E05}" type="parTrans" cxnId="{DBA7A692-D85D-4E11-8946-4CA6B4F16220}">
      <dgm:prSet/>
      <dgm:spPr/>
      <dgm:t>
        <a:bodyPr/>
        <a:lstStyle/>
        <a:p>
          <a:endParaRPr lang="en-US"/>
        </a:p>
      </dgm:t>
    </dgm:pt>
    <dgm:pt modelId="{C2613268-6873-489B-9E5F-55D9C4BB35F7}" type="sibTrans" cxnId="{DBA7A692-D85D-4E11-8946-4CA6B4F16220}">
      <dgm:prSet/>
      <dgm:spPr>
        <a:solidFill>
          <a:schemeClr val="bg2">
            <a:alpha val="90000"/>
          </a:schemeClr>
        </a:solidFill>
        <a:ln>
          <a:solidFill>
            <a:schemeClr val="bg2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58AF2F9A-31BA-4A69-96F0-2476C9869D10}">
      <dgm:prSet/>
      <dgm:spPr>
        <a:solidFill>
          <a:srgbClr val="0070C0"/>
        </a:solidFill>
        <a:ln>
          <a:noFill/>
        </a:ln>
      </dgm:spPr>
      <dgm:t>
        <a:bodyPr/>
        <a:lstStyle/>
        <a:p>
          <a:r>
            <a:rPr lang="en-US" dirty="0"/>
            <a:t>Exam score recoded: fail (&lt;50), pass (50–79), excellent (&gt;=80).</a:t>
          </a:r>
        </a:p>
      </dgm:t>
    </dgm:pt>
    <dgm:pt modelId="{42CCEE12-861E-4409-911A-F870C0C43B11}" type="parTrans" cxnId="{FDB8B083-BDA9-44BA-A514-EF93F6E68B95}">
      <dgm:prSet/>
      <dgm:spPr/>
      <dgm:t>
        <a:bodyPr/>
        <a:lstStyle/>
        <a:p>
          <a:endParaRPr lang="en-US"/>
        </a:p>
      </dgm:t>
    </dgm:pt>
    <dgm:pt modelId="{E85F7221-C1F9-48B7-9CA6-854E43E52C0F}" type="sibTrans" cxnId="{FDB8B083-BDA9-44BA-A514-EF93F6E68B95}">
      <dgm:prSet/>
      <dgm:spPr>
        <a:solidFill>
          <a:schemeClr val="bg2">
            <a:alpha val="90000"/>
          </a:schemeClr>
        </a:solidFill>
        <a:ln>
          <a:solidFill>
            <a:schemeClr val="bg2">
              <a:alpha val="90000"/>
            </a:schemeClr>
          </a:solidFill>
        </a:ln>
      </dgm:spPr>
      <dgm:t>
        <a:bodyPr/>
        <a:lstStyle/>
        <a:p>
          <a:endParaRPr lang="en-US"/>
        </a:p>
      </dgm:t>
    </dgm:pt>
    <dgm:pt modelId="{1F380C7A-A7EA-4FB6-B134-4A203994BB5A}">
      <dgm:prSet/>
      <dgm:spPr>
        <a:solidFill>
          <a:srgbClr val="002060"/>
        </a:solidFill>
        <a:ln>
          <a:noFill/>
        </a:ln>
      </dgm:spPr>
      <dgm:t>
        <a:bodyPr/>
        <a:lstStyle/>
        <a:p>
          <a:r>
            <a:rPr lang="en-US" dirty="0"/>
            <a:t>Discretization choice affects probability estimation and inference.</a:t>
          </a:r>
        </a:p>
      </dgm:t>
    </dgm:pt>
    <dgm:pt modelId="{32CFB070-57EF-4786-BE14-42D4B8C5A3B4}" type="parTrans" cxnId="{21B79C1E-8F93-4C3B-A170-0E91D728FF13}">
      <dgm:prSet/>
      <dgm:spPr/>
      <dgm:t>
        <a:bodyPr/>
        <a:lstStyle/>
        <a:p>
          <a:endParaRPr lang="en-US"/>
        </a:p>
      </dgm:t>
    </dgm:pt>
    <dgm:pt modelId="{F05EFEC5-E065-4421-A4EB-2D33550ED28C}" type="sibTrans" cxnId="{21B79C1E-8F93-4C3B-A170-0E91D728FF13}">
      <dgm:prSet/>
      <dgm:spPr/>
      <dgm:t>
        <a:bodyPr/>
        <a:lstStyle/>
        <a:p>
          <a:endParaRPr lang="en-US"/>
        </a:p>
      </dgm:t>
    </dgm:pt>
    <dgm:pt modelId="{737C25FB-3DF9-43FE-A6CC-C616A3660EE7}" type="pres">
      <dgm:prSet presAssocID="{70E670E6-1A20-411F-B780-EF6DAA8EBDAF}" presName="outerComposite" presStyleCnt="0">
        <dgm:presLayoutVars>
          <dgm:chMax val="5"/>
          <dgm:dir/>
          <dgm:resizeHandles val="exact"/>
        </dgm:presLayoutVars>
      </dgm:prSet>
      <dgm:spPr/>
    </dgm:pt>
    <dgm:pt modelId="{007DE8F2-D95D-491D-AE28-53F989B98D0C}" type="pres">
      <dgm:prSet presAssocID="{70E670E6-1A20-411F-B780-EF6DAA8EBDAF}" presName="dummyMaxCanvas" presStyleCnt="0">
        <dgm:presLayoutVars/>
      </dgm:prSet>
      <dgm:spPr/>
    </dgm:pt>
    <dgm:pt modelId="{80873AF7-CA9A-4B77-8B9C-E7F05E077216}" type="pres">
      <dgm:prSet presAssocID="{70E670E6-1A20-411F-B780-EF6DAA8EBDAF}" presName="ThreeNodes_1" presStyleLbl="node1" presStyleIdx="0" presStyleCnt="3">
        <dgm:presLayoutVars>
          <dgm:bulletEnabled val="1"/>
        </dgm:presLayoutVars>
      </dgm:prSet>
      <dgm:spPr/>
    </dgm:pt>
    <dgm:pt modelId="{527D7150-7ACC-44A0-A2B3-C181F7450C62}" type="pres">
      <dgm:prSet presAssocID="{70E670E6-1A20-411F-B780-EF6DAA8EBDAF}" presName="ThreeNodes_2" presStyleLbl="node1" presStyleIdx="1" presStyleCnt="3">
        <dgm:presLayoutVars>
          <dgm:bulletEnabled val="1"/>
        </dgm:presLayoutVars>
      </dgm:prSet>
      <dgm:spPr/>
    </dgm:pt>
    <dgm:pt modelId="{2E768255-63F8-4292-9DE2-5AFEC299E6E8}" type="pres">
      <dgm:prSet presAssocID="{70E670E6-1A20-411F-B780-EF6DAA8EBDAF}" presName="ThreeNodes_3" presStyleLbl="node1" presStyleIdx="2" presStyleCnt="3">
        <dgm:presLayoutVars>
          <dgm:bulletEnabled val="1"/>
        </dgm:presLayoutVars>
      </dgm:prSet>
      <dgm:spPr/>
    </dgm:pt>
    <dgm:pt modelId="{0185A08C-74EA-4386-A3A3-DBA842368A3A}" type="pres">
      <dgm:prSet presAssocID="{70E670E6-1A20-411F-B780-EF6DAA8EBDAF}" presName="ThreeConn_1-2" presStyleLbl="fgAccFollowNode1" presStyleIdx="0" presStyleCnt="2" custScaleY="100621" custLinFactNeighborX="1428" custLinFactNeighborY="-3348">
        <dgm:presLayoutVars>
          <dgm:bulletEnabled val="1"/>
        </dgm:presLayoutVars>
      </dgm:prSet>
      <dgm:spPr/>
    </dgm:pt>
    <dgm:pt modelId="{9671AF9A-216E-4179-ACD8-0656EA71CB3C}" type="pres">
      <dgm:prSet presAssocID="{70E670E6-1A20-411F-B780-EF6DAA8EBDAF}" presName="ThreeConn_2-3" presStyleLbl="fgAccFollowNode1" presStyleIdx="1" presStyleCnt="2">
        <dgm:presLayoutVars>
          <dgm:bulletEnabled val="1"/>
        </dgm:presLayoutVars>
      </dgm:prSet>
      <dgm:spPr/>
    </dgm:pt>
    <dgm:pt modelId="{04592C7F-B8A9-472A-849C-335B69EAD51D}" type="pres">
      <dgm:prSet presAssocID="{70E670E6-1A20-411F-B780-EF6DAA8EBDAF}" presName="ThreeNodes_1_text" presStyleLbl="node1" presStyleIdx="2" presStyleCnt="3">
        <dgm:presLayoutVars>
          <dgm:bulletEnabled val="1"/>
        </dgm:presLayoutVars>
      </dgm:prSet>
      <dgm:spPr/>
    </dgm:pt>
    <dgm:pt modelId="{689353D6-7087-414C-ADBF-285F23A6525D}" type="pres">
      <dgm:prSet presAssocID="{70E670E6-1A20-411F-B780-EF6DAA8EBDAF}" presName="ThreeNodes_2_text" presStyleLbl="node1" presStyleIdx="2" presStyleCnt="3">
        <dgm:presLayoutVars>
          <dgm:bulletEnabled val="1"/>
        </dgm:presLayoutVars>
      </dgm:prSet>
      <dgm:spPr/>
    </dgm:pt>
    <dgm:pt modelId="{0424D8D8-952E-47FA-BBD0-1774881250E5}" type="pres">
      <dgm:prSet presAssocID="{70E670E6-1A20-411F-B780-EF6DAA8EBDA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E5B951A-ABFE-47CC-AAC2-F7DB84437168}" type="presOf" srcId="{E85F7221-C1F9-48B7-9CA6-854E43E52C0F}" destId="{9671AF9A-216E-4179-ACD8-0656EA71CB3C}" srcOrd="0" destOrd="0" presId="urn:microsoft.com/office/officeart/2005/8/layout/vProcess5"/>
    <dgm:cxn modelId="{21B79C1E-8F93-4C3B-A170-0E91D728FF13}" srcId="{70E670E6-1A20-411F-B780-EF6DAA8EBDAF}" destId="{1F380C7A-A7EA-4FB6-B134-4A203994BB5A}" srcOrd="2" destOrd="0" parTransId="{32CFB070-57EF-4786-BE14-42D4B8C5A3B4}" sibTransId="{F05EFEC5-E065-4421-A4EB-2D33550ED28C}"/>
    <dgm:cxn modelId="{6E518366-8F0F-4F0C-BEA1-0D7ECDBCC425}" type="presOf" srcId="{1F380C7A-A7EA-4FB6-B134-4A203994BB5A}" destId="{2E768255-63F8-4292-9DE2-5AFEC299E6E8}" srcOrd="0" destOrd="0" presId="urn:microsoft.com/office/officeart/2005/8/layout/vProcess5"/>
    <dgm:cxn modelId="{FDB8B083-BDA9-44BA-A514-EF93F6E68B95}" srcId="{70E670E6-1A20-411F-B780-EF6DAA8EBDAF}" destId="{58AF2F9A-31BA-4A69-96F0-2476C9869D10}" srcOrd="1" destOrd="0" parTransId="{42CCEE12-861E-4409-911A-F870C0C43B11}" sibTransId="{E85F7221-C1F9-48B7-9CA6-854E43E52C0F}"/>
    <dgm:cxn modelId="{C537C883-0D79-45AF-97B8-F37016BCBC8C}" type="presOf" srcId="{1F380C7A-A7EA-4FB6-B134-4A203994BB5A}" destId="{0424D8D8-952E-47FA-BBD0-1774881250E5}" srcOrd="1" destOrd="0" presId="urn:microsoft.com/office/officeart/2005/8/layout/vProcess5"/>
    <dgm:cxn modelId="{DBA7A692-D85D-4E11-8946-4CA6B4F16220}" srcId="{70E670E6-1A20-411F-B780-EF6DAA8EBDAF}" destId="{491EA24C-64DE-4A8E-9176-83856EA46C9A}" srcOrd="0" destOrd="0" parTransId="{E9636B40-1B07-486C-BEF5-E686B0151E05}" sibTransId="{C2613268-6873-489B-9E5F-55D9C4BB35F7}"/>
    <dgm:cxn modelId="{E7136EAE-C42D-4E7A-9F1B-D64193B5E30C}" type="presOf" srcId="{491EA24C-64DE-4A8E-9176-83856EA46C9A}" destId="{04592C7F-B8A9-472A-849C-335B69EAD51D}" srcOrd="1" destOrd="0" presId="urn:microsoft.com/office/officeart/2005/8/layout/vProcess5"/>
    <dgm:cxn modelId="{9A8F06B8-7BBB-4D42-95CB-8E8A9C7715EB}" type="presOf" srcId="{C2613268-6873-489B-9E5F-55D9C4BB35F7}" destId="{0185A08C-74EA-4386-A3A3-DBA842368A3A}" srcOrd="0" destOrd="0" presId="urn:microsoft.com/office/officeart/2005/8/layout/vProcess5"/>
    <dgm:cxn modelId="{8173C6D1-C22A-4CF1-A25D-AD82D4CBF2F6}" type="presOf" srcId="{491EA24C-64DE-4A8E-9176-83856EA46C9A}" destId="{80873AF7-CA9A-4B77-8B9C-E7F05E077216}" srcOrd="0" destOrd="0" presId="urn:microsoft.com/office/officeart/2005/8/layout/vProcess5"/>
    <dgm:cxn modelId="{A9F980D2-1B7D-4C8B-B8F0-0FE0B662C35B}" type="presOf" srcId="{70E670E6-1A20-411F-B780-EF6DAA8EBDAF}" destId="{737C25FB-3DF9-43FE-A6CC-C616A3660EE7}" srcOrd="0" destOrd="0" presId="urn:microsoft.com/office/officeart/2005/8/layout/vProcess5"/>
    <dgm:cxn modelId="{2675B9D3-0CF6-4654-ABD5-BFA57850DED8}" type="presOf" srcId="{58AF2F9A-31BA-4A69-96F0-2476C9869D10}" destId="{527D7150-7ACC-44A0-A2B3-C181F7450C62}" srcOrd="0" destOrd="0" presId="urn:microsoft.com/office/officeart/2005/8/layout/vProcess5"/>
    <dgm:cxn modelId="{4D7D1EFF-1BE6-45D8-922B-15DD128FD11B}" type="presOf" srcId="{58AF2F9A-31BA-4A69-96F0-2476C9869D10}" destId="{689353D6-7087-414C-ADBF-285F23A6525D}" srcOrd="1" destOrd="0" presId="urn:microsoft.com/office/officeart/2005/8/layout/vProcess5"/>
    <dgm:cxn modelId="{30D00F2B-00AA-4088-8479-0623E4817315}" type="presParOf" srcId="{737C25FB-3DF9-43FE-A6CC-C616A3660EE7}" destId="{007DE8F2-D95D-491D-AE28-53F989B98D0C}" srcOrd="0" destOrd="0" presId="urn:microsoft.com/office/officeart/2005/8/layout/vProcess5"/>
    <dgm:cxn modelId="{9A05B06C-D8E9-42DD-9264-D2D87715C222}" type="presParOf" srcId="{737C25FB-3DF9-43FE-A6CC-C616A3660EE7}" destId="{80873AF7-CA9A-4B77-8B9C-E7F05E077216}" srcOrd="1" destOrd="0" presId="urn:microsoft.com/office/officeart/2005/8/layout/vProcess5"/>
    <dgm:cxn modelId="{24AB466B-D4F4-4773-8DAF-7E3AF3566066}" type="presParOf" srcId="{737C25FB-3DF9-43FE-A6CC-C616A3660EE7}" destId="{527D7150-7ACC-44A0-A2B3-C181F7450C62}" srcOrd="2" destOrd="0" presId="urn:microsoft.com/office/officeart/2005/8/layout/vProcess5"/>
    <dgm:cxn modelId="{EF0E263B-092C-422B-A0C3-E0974FC4637D}" type="presParOf" srcId="{737C25FB-3DF9-43FE-A6CC-C616A3660EE7}" destId="{2E768255-63F8-4292-9DE2-5AFEC299E6E8}" srcOrd="3" destOrd="0" presId="urn:microsoft.com/office/officeart/2005/8/layout/vProcess5"/>
    <dgm:cxn modelId="{1576980A-004C-4466-B166-53197258BC2E}" type="presParOf" srcId="{737C25FB-3DF9-43FE-A6CC-C616A3660EE7}" destId="{0185A08C-74EA-4386-A3A3-DBA842368A3A}" srcOrd="4" destOrd="0" presId="urn:microsoft.com/office/officeart/2005/8/layout/vProcess5"/>
    <dgm:cxn modelId="{F84F0CF2-A265-45E3-9997-19DE7AA2A027}" type="presParOf" srcId="{737C25FB-3DF9-43FE-A6CC-C616A3660EE7}" destId="{9671AF9A-216E-4179-ACD8-0656EA71CB3C}" srcOrd="5" destOrd="0" presId="urn:microsoft.com/office/officeart/2005/8/layout/vProcess5"/>
    <dgm:cxn modelId="{E6A4E213-9C66-44F9-8B3F-6DBF6C4D510D}" type="presParOf" srcId="{737C25FB-3DF9-43FE-A6CC-C616A3660EE7}" destId="{04592C7F-B8A9-472A-849C-335B69EAD51D}" srcOrd="6" destOrd="0" presId="urn:microsoft.com/office/officeart/2005/8/layout/vProcess5"/>
    <dgm:cxn modelId="{6BDC2E01-FFFE-4DCC-9BD7-4B9F10D47EF9}" type="presParOf" srcId="{737C25FB-3DF9-43FE-A6CC-C616A3660EE7}" destId="{689353D6-7087-414C-ADBF-285F23A6525D}" srcOrd="7" destOrd="0" presId="urn:microsoft.com/office/officeart/2005/8/layout/vProcess5"/>
    <dgm:cxn modelId="{5F4D6B84-94F9-4D42-AA73-3E5310035E9F}" type="presParOf" srcId="{737C25FB-3DF9-43FE-A6CC-C616A3660EE7}" destId="{0424D8D8-952E-47FA-BBD0-1774881250E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C2D7462-0418-49AB-8294-F11F4E6110C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9A6EA09-4023-4598-B863-0574B8FC7EC9}">
      <dgm:prSet/>
      <dgm:spPr>
        <a:solidFill>
          <a:srgbClr val="00B0F0"/>
        </a:solidFill>
      </dgm:spPr>
      <dgm:t>
        <a:bodyPr/>
        <a:lstStyle/>
        <a:p>
          <a:r>
            <a:rPr lang="en-US"/>
            <a:t>Models were compared using BIC.</a:t>
          </a:r>
        </a:p>
      </dgm:t>
    </dgm:pt>
    <dgm:pt modelId="{CE9F9763-8304-4FA4-BBBD-36F1CBBE54A6}" type="parTrans" cxnId="{DC521DD5-B740-4495-8013-AAA610D2420B}">
      <dgm:prSet/>
      <dgm:spPr/>
      <dgm:t>
        <a:bodyPr/>
        <a:lstStyle/>
        <a:p>
          <a:endParaRPr lang="en-US"/>
        </a:p>
      </dgm:t>
    </dgm:pt>
    <dgm:pt modelId="{73F03647-2975-481D-889A-83F29DE47360}" type="sibTrans" cxnId="{DC521DD5-B740-4495-8013-AAA610D2420B}">
      <dgm:prSet/>
      <dgm:spPr/>
      <dgm:t>
        <a:bodyPr/>
        <a:lstStyle/>
        <a:p>
          <a:endParaRPr lang="en-US"/>
        </a:p>
      </dgm:t>
    </dgm:pt>
    <dgm:pt modelId="{0EF13FDE-8A86-4698-86DF-AD9A014FE78A}">
      <dgm:prSet/>
      <dgm:spPr>
        <a:solidFill>
          <a:srgbClr val="0070C0"/>
        </a:solidFill>
      </dgm:spPr>
      <dgm:t>
        <a:bodyPr/>
        <a:lstStyle/>
        <a:p>
          <a:r>
            <a:rPr lang="en-US" dirty="0"/>
            <a:t>Expert-defined model showed better BIC, indicating better trade-off between fit and complexity.</a:t>
          </a:r>
        </a:p>
      </dgm:t>
    </dgm:pt>
    <dgm:pt modelId="{28EFE4D2-84DD-407A-9DDA-09C358F8B9A5}" type="parTrans" cxnId="{D0D52933-1B17-4617-97B1-703F43BE4469}">
      <dgm:prSet/>
      <dgm:spPr/>
      <dgm:t>
        <a:bodyPr/>
        <a:lstStyle/>
        <a:p>
          <a:endParaRPr lang="en-US"/>
        </a:p>
      </dgm:t>
    </dgm:pt>
    <dgm:pt modelId="{42CED785-7486-4303-9C2C-E993FE061CFE}" type="sibTrans" cxnId="{D0D52933-1B17-4617-97B1-703F43BE4469}">
      <dgm:prSet/>
      <dgm:spPr/>
      <dgm:t>
        <a:bodyPr/>
        <a:lstStyle/>
        <a:p>
          <a:endParaRPr lang="en-US"/>
        </a:p>
      </dgm:t>
    </dgm:pt>
    <dgm:pt modelId="{E9262B57-C91D-4ED2-B28C-29164A3DD1AD}">
      <dgm:prSet/>
      <dgm:spPr>
        <a:solidFill>
          <a:srgbClr val="002060"/>
        </a:solidFill>
        <a:ln>
          <a:noFill/>
        </a:ln>
      </dgm:spPr>
      <dgm:t>
        <a:bodyPr/>
        <a:lstStyle/>
        <a:p>
          <a:pPr rtl="0"/>
          <a:r>
            <a:rPr lang="en-US" dirty="0"/>
            <a:t>Data-driven model contains extra edges and reacts more strongly to evidence</a:t>
          </a:r>
          <a:r>
            <a:rPr lang="en-US" dirty="0">
              <a:latin typeface="Aptos Display" panose="02110004020202020204"/>
            </a:rPr>
            <a:t>.</a:t>
          </a:r>
          <a:endParaRPr lang="en-US" dirty="0"/>
        </a:p>
      </dgm:t>
    </dgm:pt>
    <dgm:pt modelId="{B086EAFB-037D-4884-B8EE-57A6EF00CE87}" type="parTrans" cxnId="{1FB4BABA-EEA2-485B-9297-D23ACACC7CB3}">
      <dgm:prSet/>
      <dgm:spPr/>
      <dgm:t>
        <a:bodyPr/>
        <a:lstStyle/>
        <a:p>
          <a:endParaRPr lang="en-US"/>
        </a:p>
      </dgm:t>
    </dgm:pt>
    <dgm:pt modelId="{D7122380-9AE1-4755-8251-B2B57C33ADF4}" type="sibTrans" cxnId="{1FB4BABA-EEA2-485B-9297-D23ACACC7CB3}">
      <dgm:prSet/>
      <dgm:spPr/>
      <dgm:t>
        <a:bodyPr/>
        <a:lstStyle/>
        <a:p>
          <a:endParaRPr lang="en-US"/>
        </a:p>
      </dgm:t>
    </dgm:pt>
    <dgm:pt modelId="{87E44BC2-E13B-4B05-A2F8-A4D34806EB6F}" type="pres">
      <dgm:prSet presAssocID="{8C2D7462-0418-49AB-8294-F11F4E6110C3}" presName="diagram" presStyleCnt="0">
        <dgm:presLayoutVars>
          <dgm:dir/>
          <dgm:resizeHandles val="exact"/>
        </dgm:presLayoutVars>
      </dgm:prSet>
      <dgm:spPr/>
    </dgm:pt>
    <dgm:pt modelId="{11877125-BDD5-435C-9834-1826171B9990}" type="pres">
      <dgm:prSet presAssocID="{49A6EA09-4023-4598-B863-0574B8FC7EC9}" presName="node" presStyleLbl="node1" presStyleIdx="0" presStyleCnt="3">
        <dgm:presLayoutVars>
          <dgm:bulletEnabled val="1"/>
        </dgm:presLayoutVars>
      </dgm:prSet>
      <dgm:spPr/>
    </dgm:pt>
    <dgm:pt modelId="{BE190E72-70A4-4E8B-8186-F03FE21D7108}" type="pres">
      <dgm:prSet presAssocID="{73F03647-2975-481D-889A-83F29DE47360}" presName="sibTrans" presStyleCnt="0"/>
      <dgm:spPr/>
    </dgm:pt>
    <dgm:pt modelId="{5E8FEC6A-B17F-4E7B-B3C2-CD0E63009474}" type="pres">
      <dgm:prSet presAssocID="{0EF13FDE-8A86-4698-86DF-AD9A014FE78A}" presName="node" presStyleLbl="node1" presStyleIdx="1" presStyleCnt="3">
        <dgm:presLayoutVars>
          <dgm:bulletEnabled val="1"/>
        </dgm:presLayoutVars>
      </dgm:prSet>
      <dgm:spPr/>
    </dgm:pt>
    <dgm:pt modelId="{66A1E4F3-165B-41E7-B33C-3F40F79AA8D7}" type="pres">
      <dgm:prSet presAssocID="{42CED785-7486-4303-9C2C-E993FE061CFE}" presName="sibTrans" presStyleCnt="0"/>
      <dgm:spPr/>
    </dgm:pt>
    <dgm:pt modelId="{66057780-0385-452F-A805-984B594C4913}" type="pres">
      <dgm:prSet presAssocID="{E9262B57-C91D-4ED2-B28C-29164A3DD1AD}" presName="node" presStyleLbl="node1" presStyleIdx="2" presStyleCnt="3">
        <dgm:presLayoutVars>
          <dgm:bulletEnabled val="1"/>
        </dgm:presLayoutVars>
      </dgm:prSet>
      <dgm:spPr/>
    </dgm:pt>
  </dgm:ptLst>
  <dgm:cxnLst>
    <dgm:cxn modelId="{F1832F08-6911-40E4-8685-B496C56C1D9D}" type="presOf" srcId="{E9262B57-C91D-4ED2-B28C-29164A3DD1AD}" destId="{66057780-0385-452F-A805-984B594C4913}" srcOrd="0" destOrd="0" presId="urn:microsoft.com/office/officeart/2005/8/layout/default"/>
    <dgm:cxn modelId="{B197321E-5808-49F7-B1FC-2781A24CB106}" type="presOf" srcId="{49A6EA09-4023-4598-B863-0574B8FC7EC9}" destId="{11877125-BDD5-435C-9834-1826171B9990}" srcOrd="0" destOrd="0" presId="urn:microsoft.com/office/officeart/2005/8/layout/default"/>
    <dgm:cxn modelId="{D0D52933-1B17-4617-97B1-703F43BE4469}" srcId="{8C2D7462-0418-49AB-8294-F11F4E6110C3}" destId="{0EF13FDE-8A86-4698-86DF-AD9A014FE78A}" srcOrd="1" destOrd="0" parTransId="{28EFE4D2-84DD-407A-9DDA-09C358F8B9A5}" sibTransId="{42CED785-7486-4303-9C2C-E993FE061CFE}"/>
    <dgm:cxn modelId="{041DB45A-002B-415F-A05A-9EAAD9FC8AFA}" type="presOf" srcId="{8C2D7462-0418-49AB-8294-F11F4E6110C3}" destId="{87E44BC2-E13B-4B05-A2F8-A4D34806EB6F}" srcOrd="0" destOrd="0" presId="urn:microsoft.com/office/officeart/2005/8/layout/default"/>
    <dgm:cxn modelId="{CB54818A-3420-4277-B005-7B35804E78B3}" type="presOf" srcId="{0EF13FDE-8A86-4698-86DF-AD9A014FE78A}" destId="{5E8FEC6A-B17F-4E7B-B3C2-CD0E63009474}" srcOrd="0" destOrd="0" presId="urn:microsoft.com/office/officeart/2005/8/layout/default"/>
    <dgm:cxn modelId="{1FB4BABA-EEA2-485B-9297-D23ACACC7CB3}" srcId="{8C2D7462-0418-49AB-8294-F11F4E6110C3}" destId="{E9262B57-C91D-4ED2-B28C-29164A3DD1AD}" srcOrd="2" destOrd="0" parTransId="{B086EAFB-037D-4884-B8EE-57A6EF00CE87}" sibTransId="{D7122380-9AE1-4755-8251-B2B57C33ADF4}"/>
    <dgm:cxn modelId="{DC521DD5-B740-4495-8013-AAA610D2420B}" srcId="{8C2D7462-0418-49AB-8294-F11F4E6110C3}" destId="{49A6EA09-4023-4598-B863-0574B8FC7EC9}" srcOrd="0" destOrd="0" parTransId="{CE9F9763-8304-4FA4-BBBD-36F1CBBE54A6}" sibTransId="{73F03647-2975-481D-889A-83F29DE47360}"/>
    <dgm:cxn modelId="{FDA5DEDF-2EEC-41C0-AE2A-459977C9FE40}" type="presParOf" srcId="{87E44BC2-E13B-4B05-A2F8-A4D34806EB6F}" destId="{11877125-BDD5-435C-9834-1826171B9990}" srcOrd="0" destOrd="0" presId="urn:microsoft.com/office/officeart/2005/8/layout/default"/>
    <dgm:cxn modelId="{401E0106-7EC7-4375-9062-ED31031AFB9B}" type="presParOf" srcId="{87E44BC2-E13B-4B05-A2F8-A4D34806EB6F}" destId="{BE190E72-70A4-4E8B-8186-F03FE21D7108}" srcOrd="1" destOrd="0" presId="urn:microsoft.com/office/officeart/2005/8/layout/default"/>
    <dgm:cxn modelId="{53D0CCA2-D6C5-4377-81E6-070BD081BC66}" type="presParOf" srcId="{87E44BC2-E13B-4B05-A2F8-A4D34806EB6F}" destId="{5E8FEC6A-B17F-4E7B-B3C2-CD0E63009474}" srcOrd="2" destOrd="0" presId="urn:microsoft.com/office/officeart/2005/8/layout/default"/>
    <dgm:cxn modelId="{7D38DF9D-9144-445A-A20F-560D092B4860}" type="presParOf" srcId="{87E44BC2-E13B-4B05-A2F8-A4D34806EB6F}" destId="{66A1E4F3-165B-41E7-B33C-3F40F79AA8D7}" srcOrd="3" destOrd="0" presId="urn:microsoft.com/office/officeart/2005/8/layout/default"/>
    <dgm:cxn modelId="{80D1A70F-62EB-4B4F-ACB2-4C6DC1CCB11D}" type="presParOf" srcId="{87E44BC2-E13B-4B05-A2F8-A4D34806EB6F}" destId="{66057780-0385-452F-A805-984B594C4913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716A460-7D26-4F7B-B9F5-F4838B3A085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B05DA78-68A3-4AA6-873C-FA27C29D04C4}">
      <dgm:prSet/>
      <dgm:spPr>
        <a:solidFill>
          <a:srgbClr val="00B0F0"/>
        </a:solidFill>
        <a:ln>
          <a:noFill/>
        </a:ln>
      </dgm:spPr>
      <dgm:t>
        <a:bodyPr/>
        <a:lstStyle/>
        <a:p>
          <a:pPr>
            <a:defRPr cap="all"/>
          </a:pPr>
          <a:r>
            <a:rPr lang="en-US" cap="none"/>
            <a:t>Is the sleep_hours variable necessary?</a:t>
          </a:r>
        </a:p>
      </dgm:t>
    </dgm:pt>
    <dgm:pt modelId="{32EB525F-5C13-42BD-9B9C-F35979C13C0E}" type="parTrans" cxnId="{816AD884-66FC-402E-A208-C8DFB8693AC8}">
      <dgm:prSet/>
      <dgm:spPr/>
      <dgm:t>
        <a:bodyPr/>
        <a:lstStyle/>
        <a:p>
          <a:endParaRPr lang="en-US"/>
        </a:p>
      </dgm:t>
    </dgm:pt>
    <dgm:pt modelId="{5F551C89-51E2-4056-909D-80AC944FD2F8}" type="sibTrans" cxnId="{816AD884-66FC-402E-A208-C8DFB8693AC8}">
      <dgm:prSet phldrT="1"/>
      <dgm:spPr/>
      <dgm:t>
        <a:bodyPr/>
        <a:lstStyle/>
        <a:p>
          <a:endParaRPr lang="en-US"/>
        </a:p>
      </dgm:t>
    </dgm:pt>
    <dgm:pt modelId="{71FFACA3-1D15-4D03-88B1-20BE75DBAA2A}">
      <dgm:prSet/>
      <dgm:spPr>
        <a:solidFill>
          <a:srgbClr val="0070C0"/>
        </a:solidFill>
        <a:ln>
          <a:noFill/>
        </a:ln>
      </dgm:spPr>
      <dgm:t>
        <a:bodyPr/>
        <a:lstStyle/>
        <a:p>
          <a:pPr>
            <a:defRPr cap="all"/>
          </a:pPr>
          <a:r>
            <a:rPr lang="en-US" cap="none"/>
            <a:t>Full model vs. Simplified model (without sleep).</a:t>
          </a:r>
        </a:p>
      </dgm:t>
    </dgm:pt>
    <dgm:pt modelId="{71151D86-3BEE-42B9-9F26-C46432AF7FC3}" type="parTrans" cxnId="{383A7C6D-91FB-4D5B-ADCE-1F88EE423B62}">
      <dgm:prSet/>
      <dgm:spPr/>
      <dgm:t>
        <a:bodyPr/>
        <a:lstStyle/>
        <a:p>
          <a:endParaRPr lang="en-US"/>
        </a:p>
      </dgm:t>
    </dgm:pt>
    <dgm:pt modelId="{2710141B-9BC9-4BB3-9305-8EA0145333CC}" type="sibTrans" cxnId="{383A7C6D-91FB-4D5B-ADCE-1F88EE423B62}">
      <dgm:prSet phldrT="2"/>
      <dgm:spPr/>
      <dgm:t>
        <a:bodyPr/>
        <a:lstStyle/>
        <a:p>
          <a:endParaRPr lang="en-US"/>
        </a:p>
      </dgm:t>
    </dgm:pt>
    <dgm:pt modelId="{6207507C-C64A-480F-89E6-5F937DD3584B}">
      <dgm:prSet/>
      <dgm:spPr>
        <a:solidFill>
          <a:srgbClr val="002060"/>
        </a:solidFill>
        <a:ln>
          <a:noFill/>
        </a:ln>
      </dgm:spPr>
      <dgm:t>
        <a:bodyPr/>
        <a:lstStyle/>
        <a:p>
          <a:pPr>
            <a:defRPr cap="all"/>
          </a:pPr>
          <a:r>
            <a:rPr lang="en-US" cap="none"/>
            <a:t>The simplified model has a better BIC (-907 vs -1421).</a:t>
          </a:r>
        </a:p>
      </dgm:t>
    </dgm:pt>
    <dgm:pt modelId="{C9889326-FED3-4140-AD98-1C26099B642E}" type="parTrans" cxnId="{8C12332B-CEBD-43BA-82CE-69CA80C8EF09}">
      <dgm:prSet/>
      <dgm:spPr/>
      <dgm:t>
        <a:bodyPr/>
        <a:lstStyle/>
        <a:p>
          <a:endParaRPr lang="en-US"/>
        </a:p>
      </dgm:t>
    </dgm:pt>
    <dgm:pt modelId="{ECC5B8A5-17BD-4A93-9E9A-F6A0592D5CD5}" type="sibTrans" cxnId="{8C12332B-CEBD-43BA-82CE-69CA80C8EF09}">
      <dgm:prSet phldrT="3"/>
      <dgm:spPr/>
      <dgm:t>
        <a:bodyPr/>
        <a:lstStyle/>
        <a:p>
          <a:endParaRPr lang="en-US"/>
        </a:p>
      </dgm:t>
    </dgm:pt>
    <dgm:pt modelId="{179D203B-0A54-4341-877E-94563C086876}" type="pres">
      <dgm:prSet presAssocID="{0716A460-7D26-4F7B-B9F5-F4838B3A0857}" presName="diagram" presStyleCnt="0">
        <dgm:presLayoutVars>
          <dgm:dir/>
          <dgm:resizeHandles val="exact"/>
        </dgm:presLayoutVars>
      </dgm:prSet>
      <dgm:spPr/>
    </dgm:pt>
    <dgm:pt modelId="{B25C7EB9-6344-41A9-8D0C-1AA2D98C682A}" type="pres">
      <dgm:prSet presAssocID="{DB05DA78-68A3-4AA6-873C-FA27C29D04C4}" presName="node" presStyleLbl="node1" presStyleIdx="0" presStyleCnt="3">
        <dgm:presLayoutVars>
          <dgm:bulletEnabled val="1"/>
        </dgm:presLayoutVars>
      </dgm:prSet>
      <dgm:spPr/>
    </dgm:pt>
    <dgm:pt modelId="{95A03997-C454-4197-B88F-3B32129639EC}" type="pres">
      <dgm:prSet presAssocID="{5F551C89-51E2-4056-909D-80AC944FD2F8}" presName="sibTrans" presStyleCnt="0"/>
      <dgm:spPr/>
    </dgm:pt>
    <dgm:pt modelId="{BF50B7FC-9471-47E4-8622-6A79A565FDEA}" type="pres">
      <dgm:prSet presAssocID="{71FFACA3-1D15-4D03-88B1-20BE75DBAA2A}" presName="node" presStyleLbl="node1" presStyleIdx="1" presStyleCnt="3">
        <dgm:presLayoutVars>
          <dgm:bulletEnabled val="1"/>
        </dgm:presLayoutVars>
      </dgm:prSet>
      <dgm:spPr/>
    </dgm:pt>
    <dgm:pt modelId="{E92E34D3-DBD8-4720-90EF-CCFC77C6C21C}" type="pres">
      <dgm:prSet presAssocID="{2710141B-9BC9-4BB3-9305-8EA0145333CC}" presName="sibTrans" presStyleCnt="0"/>
      <dgm:spPr/>
    </dgm:pt>
    <dgm:pt modelId="{1B7888B4-0272-4E64-B5F9-F2372B3FDBE7}" type="pres">
      <dgm:prSet presAssocID="{6207507C-C64A-480F-89E6-5F937DD3584B}" presName="node" presStyleLbl="node1" presStyleIdx="2" presStyleCnt="3">
        <dgm:presLayoutVars>
          <dgm:bulletEnabled val="1"/>
        </dgm:presLayoutVars>
      </dgm:prSet>
      <dgm:spPr/>
    </dgm:pt>
  </dgm:ptLst>
  <dgm:cxnLst>
    <dgm:cxn modelId="{1500A728-4E9F-49C3-AA18-6A83EBE3AEF9}" type="presOf" srcId="{0716A460-7D26-4F7B-B9F5-F4838B3A0857}" destId="{179D203B-0A54-4341-877E-94563C086876}" srcOrd="0" destOrd="0" presId="urn:microsoft.com/office/officeart/2005/8/layout/default"/>
    <dgm:cxn modelId="{8C12332B-CEBD-43BA-82CE-69CA80C8EF09}" srcId="{0716A460-7D26-4F7B-B9F5-F4838B3A0857}" destId="{6207507C-C64A-480F-89E6-5F937DD3584B}" srcOrd="2" destOrd="0" parTransId="{C9889326-FED3-4140-AD98-1C26099B642E}" sibTransId="{ECC5B8A5-17BD-4A93-9E9A-F6A0592D5CD5}"/>
    <dgm:cxn modelId="{BE20645C-CE32-460E-96CC-B5F009268FD9}" type="presOf" srcId="{DB05DA78-68A3-4AA6-873C-FA27C29D04C4}" destId="{B25C7EB9-6344-41A9-8D0C-1AA2D98C682A}" srcOrd="0" destOrd="0" presId="urn:microsoft.com/office/officeart/2005/8/layout/default"/>
    <dgm:cxn modelId="{361F1E43-AFE9-4AC8-9BCB-5ABD224E17E6}" type="presOf" srcId="{6207507C-C64A-480F-89E6-5F937DD3584B}" destId="{1B7888B4-0272-4E64-B5F9-F2372B3FDBE7}" srcOrd="0" destOrd="0" presId="urn:microsoft.com/office/officeart/2005/8/layout/default"/>
    <dgm:cxn modelId="{383A7C6D-91FB-4D5B-ADCE-1F88EE423B62}" srcId="{0716A460-7D26-4F7B-B9F5-F4838B3A0857}" destId="{71FFACA3-1D15-4D03-88B1-20BE75DBAA2A}" srcOrd="1" destOrd="0" parTransId="{71151D86-3BEE-42B9-9F26-C46432AF7FC3}" sibTransId="{2710141B-9BC9-4BB3-9305-8EA0145333CC}"/>
    <dgm:cxn modelId="{2CF44757-C81E-40B2-A6BF-66FDDA048124}" type="presOf" srcId="{71FFACA3-1D15-4D03-88B1-20BE75DBAA2A}" destId="{BF50B7FC-9471-47E4-8622-6A79A565FDEA}" srcOrd="0" destOrd="0" presId="urn:microsoft.com/office/officeart/2005/8/layout/default"/>
    <dgm:cxn modelId="{816AD884-66FC-402E-A208-C8DFB8693AC8}" srcId="{0716A460-7D26-4F7B-B9F5-F4838B3A0857}" destId="{DB05DA78-68A3-4AA6-873C-FA27C29D04C4}" srcOrd="0" destOrd="0" parTransId="{32EB525F-5C13-42BD-9B9C-F35979C13C0E}" sibTransId="{5F551C89-51E2-4056-909D-80AC944FD2F8}"/>
    <dgm:cxn modelId="{C060AA91-C6C8-4307-AD8F-1A3539CA8012}" type="presParOf" srcId="{179D203B-0A54-4341-877E-94563C086876}" destId="{B25C7EB9-6344-41A9-8D0C-1AA2D98C682A}" srcOrd="0" destOrd="0" presId="urn:microsoft.com/office/officeart/2005/8/layout/default"/>
    <dgm:cxn modelId="{D175BCBD-2A3E-4E3A-9092-617ADB669AFB}" type="presParOf" srcId="{179D203B-0A54-4341-877E-94563C086876}" destId="{95A03997-C454-4197-B88F-3B32129639EC}" srcOrd="1" destOrd="0" presId="urn:microsoft.com/office/officeart/2005/8/layout/default"/>
    <dgm:cxn modelId="{C9C1B6DA-5932-4F79-8F1D-A4C0D2FA4ED0}" type="presParOf" srcId="{179D203B-0A54-4341-877E-94563C086876}" destId="{BF50B7FC-9471-47E4-8622-6A79A565FDEA}" srcOrd="2" destOrd="0" presId="urn:microsoft.com/office/officeart/2005/8/layout/default"/>
    <dgm:cxn modelId="{8FCEE58A-F9ED-4B99-9313-1A64BAA46E60}" type="presParOf" srcId="{179D203B-0A54-4341-877E-94563C086876}" destId="{E92E34D3-DBD8-4720-90EF-CCFC77C6C21C}" srcOrd="3" destOrd="0" presId="urn:microsoft.com/office/officeart/2005/8/layout/default"/>
    <dgm:cxn modelId="{B54990B1-AEAE-45C5-A31D-F5A0DA914082}" type="presParOf" srcId="{179D203B-0A54-4341-877E-94563C086876}" destId="{1B7888B4-0272-4E64-B5F9-F2372B3FDBE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3A8880-BFC4-41E2-B739-74F14F31BA4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328D74-F22C-4D3E-8D0A-13A32F2155CD}">
      <dgm:prSet/>
      <dgm:spPr>
        <a:solidFill>
          <a:srgbClr val="0070C0"/>
        </a:solidFill>
        <a:ln>
          <a:noFill/>
        </a:ln>
      </dgm:spPr>
      <dgm:t>
        <a:bodyPr/>
        <a:lstStyle/>
        <a:p>
          <a:pPr algn="l">
            <a:lnSpc>
              <a:spcPct val="90000"/>
            </a:lnSpc>
          </a:pPr>
          <a:r>
            <a:rPr lang="en-US" sz="2400">
              <a:solidFill>
                <a:srgbClr val="FFFFFF"/>
              </a:solidFill>
              <a:latin typeface="Aptos"/>
              <a:ea typeface="+mn-ea"/>
              <a:cs typeface="+mn-cs"/>
            </a:rPr>
            <a:t>The expert-defined BN is more interpretable and preferred for this dataset.</a:t>
          </a:r>
        </a:p>
      </dgm:t>
    </dgm:pt>
    <dgm:pt modelId="{33A1BAC9-094B-4724-A7CE-26FCF5ECF960}" type="parTrans" cxnId="{F901C5D0-E5E8-4708-9909-DD45D3DEC0AA}">
      <dgm:prSet/>
      <dgm:spPr/>
      <dgm:t>
        <a:bodyPr/>
        <a:lstStyle/>
        <a:p>
          <a:endParaRPr lang="en-US"/>
        </a:p>
      </dgm:t>
    </dgm:pt>
    <dgm:pt modelId="{5AF0EEDD-9A55-48F2-967E-E5393D3A6C6B}" type="sibTrans" cxnId="{F901C5D0-E5E8-4708-9909-DD45D3DEC0AA}">
      <dgm:prSet/>
      <dgm:spPr/>
      <dgm:t>
        <a:bodyPr/>
        <a:lstStyle/>
        <a:p>
          <a:endParaRPr lang="en-US"/>
        </a:p>
      </dgm:t>
    </dgm:pt>
    <dgm:pt modelId="{C0A6A725-C10C-4547-8833-CF23BF4BAC8C}">
      <dgm:prSet/>
      <dgm:spPr>
        <a:solidFill>
          <a:schemeClr val="tx2">
            <a:lumMod val="90000"/>
            <a:lumOff val="10000"/>
          </a:schemeClr>
        </a:solidFill>
        <a:ln>
          <a:noFill/>
        </a:ln>
      </dgm:spPr>
      <dgm:t>
        <a:bodyPr/>
        <a:lstStyle/>
        <a:p>
          <a:pPr algn="l">
            <a:lnSpc>
              <a:spcPct val="90000"/>
            </a:lnSpc>
          </a:pPr>
          <a:r>
            <a:rPr lang="en-US" sz="24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Automated structure learning may capture false correlations when data is limited or noisy.</a:t>
          </a:r>
        </a:p>
      </dgm:t>
    </dgm:pt>
    <dgm:pt modelId="{CE24F4C9-1827-4830-93D6-0A7B2A9B3E44}" type="parTrans" cxnId="{098D1612-B460-4E71-84C1-BAC6B8B6862C}">
      <dgm:prSet/>
      <dgm:spPr/>
      <dgm:t>
        <a:bodyPr/>
        <a:lstStyle/>
        <a:p>
          <a:endParaRPr lang="en-US"/>
        </a:p>
      </dgm:t>
    </dgm:pt>
    <dgm:pt modelId="{6645F0B6-CD13-4A64-BB28-6889A581E8B1}" type="sibTrans" cxnId="{098D1612-B460-4E71-84C1-BAC6B8B6862C}">
      <dgm:prSet/>
      <dgm:spPr/>
      <dgm:t>
        <a:bodyPr/>
        <a:lstStyle/>
        <a:p>
          <a:endParaRPr lang="en-US"/>
        </a:p>
      </dgm:t>
    </dgm:pt>
    <dgm:pt modelId="{726861E7-3D09-404E-A174-1384EC47E864}">
      <dgm:prSet/>
      <dgm:spPr>
        <a:solidFill>
          <a:srgbClr val="00B0F0"/>
        </a:solidFill>
        <a:ln>
          <a:noFill/>
        </a:ln>
      </dgm:spPr>
      <dgm:t>
        <a:bodyPr/>
        <a:lstStyle/>
        <a:p>
          <a:pPr algn="l">
            <a:lnSpc>
              <a:spcPct val="90000"/>
            </a:lnSpc>
          </a:pPr>
          <a:r>
            <a:rPr lang="en-US" sz="24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The dataset had low exam scores originally. We edited them (fail/pass/excellent), which conditions the results.</a:t>
          </a:r>
        </a:p>
      </dgm:t>
    </dgm:pt>
    <dgm:pt modelId="{DF13981C-DFAC-4BD1-B450-8E7AE844E4DF}" type="parTrans" cxnId="{2BA88D9C-4E1D-4BCF-A542-FD4B6DA799A2}">
      <dgm:prSet/>
      <dgm:spPr/>
      <dgm:t>
        <a:bodyPr/>
        <a:lstStyle/>
        <a:p>
          <a:endParaRPr lang="en-US"/>
        </a:p>
      </dgm:t>
    </dgm:pt>
    <dgm:pt modelId="{D0BA9E12-4B90-4241-9834-C884599305B0}" type="sibTrans" cxnId="{2BA88D9C-4E1D-4BCF-A542-FD4B6DA799A2}">
      <dgm:prSet/>
      <dgm:spPr/>
      <dgm:t>
        <a:bodyPr/>
        <a:lstStyle/>
        <a:p>
          <a:endParaRPr lang="en-US"/>
        </a:p>
      </dgm:t>
    </dgm:pt>
    <dgm:pt modelId="{94B21102-093C-4C9E-A7D5-D69D92D1461D}">
      <dgm:prSet phldr="0"/>
      <dgm:spPr>
        <a:solidFill>
          <a:srgbClr val="002060"/>
        </a:solidFill>
        <a:ln>
          <a:noFill/>
        </a:ln>
      </dgm:spPr>
      <dgm:t>
        <a:bodyPr/>
        <a:lstStyle/>
        <a:p>
          <a:pPr algn="l" rtl="0">
            <a:lnSpc>
              <a:spcPct val="90000"/>
            </a:lnSpc>
          </a:pPr>
          <a:r>
            <a:rPr lang="en-US" sz="24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Some variables had not enough influence, and the model performs better without them.</a:t>
          </a:r>
        </a:p>
      </dgm:t>
    </dgm:pt>
    <dgm:pt modelId="{8F3561FD-1A4A-4422-A703-38D1CC885EFA}" type="parTrans" cxnId="{F3FE7A3B-D979-4B53-B10B-8F456F134128}">
      <dgm:prSet/>
      <dgm:spPr/>
      <dgm:t>
        <a:bodyPr/>
        <a:lstStyle/>
        <a:p>
          <a:endParaRPr lang="es-ES"/>
        </a:p>
      </dgm:t>
    </dgm:pt>
    <dgm:pt modelId="{4110937E-8740-4987-8DB8-5C111C108E09}" type="sibTrans" cxnId="{F3FE7A3B-D979-4B53-B10B-8F456F134128}">
      <dgm:prSet/>
      <dgm:spPr/>
      <dgm:t>
        <a:bodyPr/>
        <a:lstStyle/>
        <a:p>
          <a:endParaRPr lang="es-ES"/>
        </a:p>
      </dgm:t>
    </dgm:pt>
    <dgm:pt modelId="{24A79CD8-0C5C-429F-B833-86B03D1F6D6E}" type="pres">
      <dgm:prSet presAssocID="{5C3A8880-BFC4-41E2-B739-74F14F31BA42}" presName="linear" presStyleCnt="0">
        <dgm:presLayoutVars>
          <dgm:animLvl val="lvl"/>
          <dgm:resizeHandles val="exact"/>
        </dgm:presLayoutVars>
      </dgm:prSet>
      <dgm:spPr/>
    </dgm:pt>
    <dgm:pt modelId="{DF9E921A-2A50-4356-AB1A-56BB983495C6}" type="pres">
      <dgm:prSet presAssocID="{726861E7-3D09-404E-A174-1384EC47E86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33C7B79-74C9-4E2A-9CEA-B2A2AD76308A}" type="pres">
      <dgm:prSet presAssocID="{D0BA9E12-4B90-4241-9834-C884599305B0}" presName="spacer" presStyleCnt="0"/>
      <dgm:spPr/>
    </dgm:pt>
    <dgm:pt modelId="{C99C2B11-B609-4620-9823-C4034D2D060F}" type="pres">
      <dgm:prSet presAssocID="{11328D74-F22C-4D3E-8D0A-13A32F2155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D1B0D26-AC7D-49C2-90CF-28791F9A0615}" type="pres">
      <dgm:prSet presAssocID="{5AF0EEDD-9A55-48F2-967E-E5393D3A6C6B}" presName="spacer" presStyleCnt="0"/>
      <dgm:spPr/>
    </dgm:pt>
    <dgm:pt modelId="{D086AA82-F7D4-45BD-8DEB-B2B91B6540AF}" type="pres">
      <dgm:prSet presAssocID="{C0A6A725-C10C-4547-8833-CF23BF4BAC8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BC33F46-794B-4E04-867F-4EE26E9CFA80}" type="pres">
      <dgm:prSet presAssocID="{6645F0B6-CD13-4A64-BB28-6889A581E8B1}" presName="spacer" presStyleCnt="0"/>
      <dgm:spPr/>
    </dgm:pt>
    <dgm:pt modelId="{F5216201-D208-472A-9B35-8302C980B068}" type="pres">
      <dgm:prSet presAssocID="{94B21102-093C-4C9E-A7D5-D69D92D1461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98D1612-B460-4E71-84C1-BAC6B8B6862C}" srcId="{5C3A8880-BFC4-41E2-B739-74F14F31BA42}" destId="{C0A6A725-C10C-4547-8833-CF23BF4BAC8C}" srcOrd="2" destOrd="0" parTransId="{CE24F4C9-1827-4830-93D6-0A7B2A9B3E44}" sibTransId="{6645F0B6-CD13-4A64-BB28-6889A581E8B1}"/>
    <dgm:cxn modelId="{4A343D32-A342-4D0C-892A-4E304EF8DFAC}" type="presOf" srcId="{726861E7-3D09-404E-A174-1384EC47E864}" destId="{DF9E921A-2A50-4356-AB1A-56BB983495C6}" srcOrd="0" destOrd="0" presId="urn:microsoft.com/office/officeart/2005/8/layout/vList2"/>
    <dgm:cxn modelId="{F3FE7A3B-D979-4B53-B10B-8F456F134128}" srcId="{5C3A8880-BFC4-41E2-B739-74F14F31BA42}" destId="{94B21102-093C-4C9E-A7D5-D69D92D1461D}" srcOrd="3" destOrd="0" parTransId="{8F3561FD-1A4A-4422-A703-38D1CC885EFA}" sibTransId="{4110937E-8740-4987-8DB8-5C111C108E09}"/>
    <dgm:cxn modelId="{2BA88D9C-4E1D-4BCF-A542-FD4B6DA799A2}" srcId="{5C3A8880-BFC4-41E2-B739-74F14F31BA42}" destId="{726861E7-3D09-404E-A174-1384EC47E864}" srcOrd="0" destOrd="0" parTransId="{DF13981C-DFAC-4BD1-B450-8E7AE844E4DF}" sibTransId="{D0BA9E12-4B90-4241-9834-C884599305B0}"/>
    <dgm:cxn modelId="{7A8F0CB4-0DB4-40BC-A6E7-7AC0C22D5101}" type="presOf" srcId="{94B21102-093C-4C9E-A7D5-D69D92D1461D}" destId="{F5216201-D208-472A-9B35-8302C980B068}" srcOrd="0" destOrd="0" presId="urn:microsoft.com/office/officeart/2005/8/layout/vList2"/>
    <dgm:cxn modelId="{9B693CB5-9B65-4010-924F-D3F392CB43A1}" type="presOf" srcId="{C0A6A725-C10C-4547-8833-CF23BF4BAC8C}" destId="{D086AA82-F7D4-45BD-8DEB-B2B91B6540AF}" srcOrd="0" destOrd="0" presId="urn:microsoft.com/office/officeart/2005/8/layout/vList2"/>
    <dgm:cxn modelId="{FF9290B5-DDA1-430F-8A2F-2A4DAD874538}" type="presOf" srcId="{5C3A8880-BFC4-41E2-B739-74F14F31BA42}" destId="{24A79CD8-0C5C-429F-B833-86B03D1F6D6E}" srcOrd="0" destOrd="0" presId="urn:microsoft.com/office/officeart/2005/8/layout/vList2"/>
    <dgm:cxn modelId="{F901C5D0-E5E8-4708-9909-DD45D3DEC0AA}" srcId="{5C3A8880-BFC4-41E2-B739-74F14F31BA42}" destId="{11328D74-F22C-4D3E-8D0A-13A32F2155CD}" srcOrd="1" destOrd="0" parTransId="{33A1BAC9-094B-4724-A7CE-26FCF5ECF960}" sibTransId="{5AF0EEDD-9A55-48F2-967E-E5393D3A6C6B}"/>
    <dgm:cxn modelId="{C06FD1D3-540D-4E2D-8F3B-6CE5E00FF076}" type="presOf" srcId="{11328D74-F22C-4D3E-8D0A-13A32F2155CD}" destId="{C99C2B11-B609-4620-9823-C4034D2D060F}" srcOrd="0" destOrd="0" presId="urn:microsoft.com/office/officeart/2005/8/layout/vList2"/>
    <dgm:cxn modelId="{B35FC9E0-2E74-491F-8E50-1E835068B3F5}" type="presParOf" srcId="{24A79CD8-0C5C-429F-B833-86B03D1F6D6E}" destId="{DF9E921A-2A50-4356-AB1A-56BB983495C6}" srcOrd="0" destOrd="0" presId="urn:microsoft.com/office/officeart/2005/8/layout/vList2"/>
    <dgm:cxn modelId="{40D253A4-FF4D-4A55-BCF4-BFC2B7379666}" type="presParOf" srcId="{24A79CD8-0C5C-429F-B833-86B03D1F6D6E}" destId="{633C7B79-74C9-4E2A-9CEA-B2A2AD76308A}" srcOrd="1" destOrd="0" presId="urn:microsoft.com/office/officeart/2005/8/layout/vList2"/>
    <dgm:cxn modelId="{A5435779-3D66-4555-A281-76254663236E}" type="presParOf" srcId="{24A79CD8-0C5C-429F-B833-86B03D1F6D6E}" destId="{C99C2B11-B609-4620-9823-C4034D2D060F}" srcOrd="2" destOrd="0" presId="urn:microsoft.com/office/officeart/2005/8/layout/vList2"/>
    <dgm:cxn modelId="{9CCB986B-24E2-42A3-8C25-C2E4B7F5F8F5}" type="presParOf" srcId="{24A79CD8-0C5C-429F-B833-86B03D1F6D6E}" destId="{ED1B0D26-AC7D-49C2-90CF-28791F9A0615}" srcOrd="3" destOrd="0" presId="urn:microsoft.com/office/officeart/2005/8/layout/vList2"/>
    <dgm:cxn modelId="{03D9E71F-6E3E-48FF-99FF-239564C11833}" type="presParOf" srcId="{24A79CD8-0C5C-429F-B833-86B03D1F6D6E}" destId="{D086AA82-F7D4-45BD-8DEB-B2B91B6540AF}" srcOrd="4" destOrd="0" presId="urn:microsoft.com/office/officeart/2005/8/layout/vList2"/>
    <dgm:cxn modelId="{44BDFF71-2115-4642-AD62-7561CC1EA988}" type="presParOf" srcId="{24A79CD8-0C5C-429F-B833-86B03D1F6D6E}" destId="{1BC33F46-794B-4E04-867F-4EE26E9CFA80}" srcOrd="5" destOrd="0" presId="urn:microsoft.com/office/officeart/2005/8/layout/vList2"/>
    <dgm:cxn modelId="{3F6E4DD7-982F-449A-B731-EA033C4517AB}" type="presParOf" srcId="{24A79CD8-0C5C-429F-B833-86B03D1F6D6E}" destId="{F5216201-D208-472A-9B35-8302C980B06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3E57A0-F12E-4F92-8C7D-A6199946D8C6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F7B31-C977-4E7C-92C9-F997BA7CBFD0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 panose="02110004020202020204"/>
              <a:ea typeface="+mn-ea"/>
              <a:cs typeface="+mn-cs"/>
            </a:rPr>
            <a:t>Importance of academic performance.</a:t>
          </a:r>
        </a:p>
      </dsp:txBody>
      <dsp:txXfrm>
        <a:off x="398656" y="1088253"/>
        <a:ext cx="2959127" cy="1837317"/>
      </dsp:txXfrm>
    </dsp:sp>
    <dsp:sp modelId="{68437B03-A0B0-468F-86FC-B6588AB7604C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53557-C6CC-4292-912C-86ECECBC730F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 panose="02110004020202020204"/>
              <a:ea typeface="+mn-ea"/>
              <a:cs typeface="+mn-cs"/>
            </a:rPr>
            <a:t>Use of Bayesian Networks to model uncertainty and causal relationships.</a:t>
          </a:r>
        </a:p>
      </dsp:txBody>
      <dsp:txXfrm>
        <a:off x="4155097" y="1088253"/>
        <a:ext cx="2959127" cy="1837317"/>
      </dsp:txXfrm>
    </dsp:sp>
    <dsp:sp modelId="{3199F748-8BD9-4A48-9FA4-885BC63E8046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F3B17F-5446-4224-AFAC-4147F04C1105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>
              <a:latin typeface="Aptos"/>
              <a:ea typeface="+mn-ea"/>
              <a:cs typeface="+mn-cs"/>
            </a:rPr>
            <a:t>Comparison between expert knowledge and learned automatically.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6AA0E-C2B8-4993-9CAC-585CAD081614}">
      <dsp:nvSpPr>
        <dsp:cNvPr id="0" name=""/>
        <dsp:cNvSpPr/>
      </dsp:nvSpPr>
      <dsp:spPr>
        <a:xfrm>
          <a:off x="0" y="681330"/>
          <a:ext cx="10927829" cy="1257841"/>
        </a:xfrm>
        <a:prstGeom prst="roundRect">
          <a:avLst>
            <a:gd name="adj" fmla="val 1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E2DC14-69B0-4539-9F01-D991853B56B4}">
      <dsp:nvSpPr>
        <dsp:cNvPr id="0" name=""/>
        <dsp:cNvSpPr/>
      </dsp:nvSpPr>
      <dsp:spPr>
        <a:xfrm>
          <a:off x="380497" y="964345"/>
          <a:ext cx="691812" cy="691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1ED6D9-73F1-4D39-928B-593C3D81BD6B}">
      <dsp:nvSpPr>
        <dsp:cNvPr id="0" name=""/>
        <dsp:cNvSpPr/>
      </dsp:nvSpPr>
      <dsp:spPr>
        <a:xfrm>
          <a:off x="1452806" y="681330"/>
          <a:ext cx="9475022" cy="12578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Bayesian Networks for modelling student exam performance. </a:t>
          </a:r>
        </a:p>
      </dsp:txBody>
      <dsp:txXfrm>
        <a:off x="1452806" y="681330"/>
        <a:ext cx="9475022" cy="1257841"/>
      </dsp:txXfrm>
    </dsp:sp>
    <dsp:sp modelId="{D1C9F289-E59B-4BAF-89B6-7B796AE071F2}">
      <dsp:nvSpPr>
        <dsp:cNvPr id="0" name=""/>
        <dsp:cNvSpPr/>
      </dsp:nvSpPr>
      <dsp:spPr>
        <a:xfrm>
          <a:off x="0" y="2253632"/>
          <a:ext cx="10927829" cy="1257841"/>
        </a:xfrm>
        <a:prstGeom prst="roundRect">
          <a:avLst>
            <a:gd name="adj" fmla="val 10000"/>
          </a:avLst>
        </a:prstGeom>
        <a:solidFill>
          <a:srgbClr val="002060"/>
        </a:solidFill>
        <a:ln>
          <a:solidFill>
            <a:srgbClr val="002060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275F0-CCE2-4BA4-8DCF-A0878E77749C}">
      <dsp:nvSpPr>
        <dsp:cNvPr id="0" name=""/>
        <dsp:cNvSpPr/>
      </dsp:nvSpPr>
      <dsp:spPr>
        <a:xfrm>
          <a:off x="380497" y="2536647"/>
          <a:ext cx="691812" cy="691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FE5A64-1421-4D34-9E8C-B2A255CCE789}">
      <dsp:nvSpPr>
        <dsp:cNvPr id="0" name=""/>
        <dsp:cNvSpPr/>
      </dsp:nvSpPr>
      <dsp:spPr>
        <a:xfrm>
          <a:off x="1452806" y="2253632"/>
          <a:ext cx="9475022" cy="1257841"/>
        </a:xfrm>
        <a:prstGeom prst="rect">
          <a:avLst/>
        </a:prstGeom>
        <a:solidFill>
          <a:srgbClr val="002060"/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122" tIns="133122" rIns="133122" bIns="13312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Two models compared: an expert-defined causal structure and a structure learned automatically. </a:t>
          </a:r>
        </a:p>
      </dsp:txBody>
      <dsp:txXfrm>
        <a:off x="1452806" y="2253632"/>
        <a:ext cx="9475022" cy="1257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3E9D1-64A2-45F5-95C0-4615FDAB7870}">
      <dsp:nvSpPr>
        <dsp:cNvPr id="0" name=""/>
        <dsp:cNvSpPr/>
      </dsp:nvSpPr>
      <dsp:spPr>
        <a:xfrm>
          <a:off x="930572" y="3032"/>
          <a:ext cx="2833338" cy="1700003"/>
        </a:xfrm>
        <a:prstGeom prst="rect">
          <a:avLst/>
        </a:prstGeom>
        <a:solidFill>
          <a:srgbClr val="00B0F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1. Data Loading and Analysis.</a:t>
          </a:r>
        </a:p>
      </dsp:txBody>
      <dsp:txXfrm>
        <a:off x="930572" y="3032"/>
        <a:ext cx="2833338" cy="1700003"/>
      </dsp:txXfrm>
    </dsp:sp>
    <dsp:sp modelId="{4D98E5FA-60EE-45B5-B87E-D1361B7DF77A}">
      <dsp:nvSpPr>
        <dsp:cNvPr id="0" name=""/>
        <dsp:cNvSpPr/>
      </dsp:nvSpPr>
      <dsp:spPr>
        <a:xfrm>
          <a:off x="4047245" y="3032"/>
          <a:ext cx="2833338" cy="1700003"/>
        </a:xfrm>
        <a:prstGeom prst="rect">
          <a:avLst/>
        </a:prstGeom>
        <a:solidFill>
          <a:schemeClr val="accent4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2. Variable Selection.</a:t>
          </a:r>
        </a:p>
      </dsp:txBody>
      <dsp:txXfrm>
        <a:off x="4047245" y="3032"/>
        <a:ext cx="2833338" cy="1700003"/>
      </dsp:txXfrm>
    </dsp:sp>
    <dsp:sp modelId="{657D8B16-790C-4416-B906-8A38A1710B9D}">
      <dsp:nvSpPr>
        <dsp:cNvPr id="0" name=""/>
        <dsp:cNvSpPr/>
      </dsp:nvSpPr>
      <dsp:spPr>
        <a:xfrm>
          <a:off x="7163917" y="3032"/>
          <a:ext cx="2833338" cy="1700003"/>
        </a:xfrm>
        <a:prstGeom prst="rect">
          <a:avLst/>
        </a:prstGeom>
        <a:solidFill>
          <a:srgbClr val="0070C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3. Preprocessing and Discretization.</a:t>
          </a:r>
        </a:p>
      </dsp:txBody>
      <dsp:txXfrm>
        <a:off x="7163917" y="3032"/>
        <a:ext cx="2833338" cy="1700003"/>
      </dsp:txXfrm>
    </dsp:sp>
    <dsp:sp modelId="{7E15D10D-B33A-45F7-B21C-00868A20797E}">
      <dsp:nvSpPr>
        <dsp:cNvPr id="0" name=""/>
        <dsp:cNvSpPr/>
      </dsp:nvSpPr>
      <dsp:spPr>
        <a:xfrm>
          <a:off x="930572" y="1986369"/>
          <a:ext cx="2833338" cy="1700003"/>
        </a:xfrm>
        <a:prstGeom prst="rect">
          <a:avLst/>
        </a:prstGeom>
        <a:solidFill>
          <a:schemeClr val="accent4">
            <a:lumMod val="5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4. Model Construction (Expert vs. Data).</a:t>
          </a:r>
        </a:p>
      </dsp:txBody>
      <dsp:txXfrm>
        <a:off x="930572" y="1986369"/>
        <a:ext cx="2833338" cy="1700003"/>
      </dsp:txXfrm>
    </dsp:sp>
    <dsp:sp modelId="{0C14F859-95EA-4EA6-81BD-73E852315AE1}">
      <dsp:nvSpPr>
        <dsp:cNvPr id="0" name=""/>
        <dsp:cNvSpPr/>
      </dsp:nvSpPr>
      <dsp:spPr>
        <a:xfrm>
          <a:off x="4047245" y="1986369"/>
          <a:ext cx="2833338" cy="1700003"/>
        </a:xfrm>
        <a:prstGeom prst="rect">
          <a:avLst/>
        </a:prstGeom>
        <a:solidFill>
          <a:schemeClr val="tx2">
            <a:lumMod val="90000"/>
            <a:lumOff val="1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5. Evaluation and Comparison.</a:t>
          </a:r>
        </a:p>
      </dsp:txBody>
      <dsp:txXfrm>
        <a:off x="4047245" y="1986369"/>
        <a:ext cx="2833338" cy="1700003"/>
      </dsp:txXfrm>
    </dsp:sp>
    <dsp:sp modelId="{E8D14C84-C921-45C8-8931-66BCEF1E26F4}">
      <dsp:nvSpPr>
        <dsp:cNvPr id="0" name=""/>
        <dsp:cNvSpPr/>
      </dsp:nvSpPr>
      <dsp:spPr>
        <a:xfrm>
          <a:off x="7163917" y="1986369"/>
          <a:ext cx="2833338" cy="1700003"/>
        </a:xfrm>
        <a:prstGeom prst="rect">
          <a:avLst/>
        </a:prstGeom>
        <a:solidFill>
          <a:srgbClr val="00206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6. Inference and Sensitivity Analysis.</a:t>
          </a:r>
        </a:p>
      </dsp:txBody>
      <dsp:txXfrm>
        <a:off x="7163917" y="1986369"/>
        <a:ext cx="2833338" cy="17000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873AF7-CA9A-4B77-8B9C-E7F05E077216}">
      <dsp:nvSpPr>
        <dsp:cNvPr id="0" name=""/>
        <dsp:cNvSpPr/>
      </dsp:nvSpPr>
      <dsp:spPr>
        <a:xfrm>
          <a:off x="0" y="0"/>
          <a:ext cx="8147924" cy="1106821"/>
        </a:xfrm>
        <a:prstGeom prst="roundRect">
          <a:avLst>
            <a:gd name="adj" fmla="val 10000"/>
          </a:avLst>
        </a:prstGeom>
        <a:solidFill>
          <a:srgbClr val="00B0F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Continuous predictors were discretized into low / medium / high.</a:t>
          </a:r>
        </a:p>
      </dsp:txBody>
      <dsp:txXfrm>
        <a:off x="32418" y="32418"/>
        <a:ext cx="6953577" cy="1041985"/>
      </dsp:txXfrm>
    </dsp:sp>
    <dsp:sp modelId="{527D7150-7ACC-44A0-A2B3-C181F7450C62}">
      <dsp:nvSpPr>
        <dsp:cNvPr id="0" name=""/>
        <dsp:cNvSpPr/>
      </dsp:nvSpPr>
      <dsp:spPr>
        <a:xfrm>
          <a:off x="718934" y="1291291"/>
          <a:ext cx="8147924" cy="1106821"/>
        </a:xfrm>
        <a:prstGeom prst="roundRect">
          <a:avLst>
            <a:gd name="adj" fmla="val 10000"/>
          </a:avLst>
        </a:prstGeom>
        <a:solidFill>
          <a:srgbClr val="0070C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Exam score recoded: fail (&lt;50), pass (50–79), excellent (&gt;=80).</a:t>
          </a:r>
        </a:p>
      </dsp:txBody>
      <dsp:txXfrm>
        <a:off x="751352" y="1323709"/>
        <a:ext cx="6644720" cy="1041985"/>
      </dsp:txXfrm>
    </dsp:sp>
    <dsp:sp modelId="{2E768255-63F8-4292-9DE2-5AFEC299E6E8}">
      <dsp:nvSpPr>
        <dsp:cNvPr id="0" name=""/>
        <dsp:cNvSpPr/>
      </dsp:nvSpPr>
      <dsp:spPr>
        <a:xfrm>
          <a:off x="1437869" y="2582583"/>
          <a:ext cx="8147924" cy="1106821"/>
        </a:xfrm>
        <a:prstGeom prst="roundRect">
          <a:avLst>
            <a:gd name="adj" fmla="val 10000"/>
          </a:avLst>
        </a:prstGeom>
        <a:solidFill>
          <a:srgbClr val="00206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Discretization choice affects probability estimation and inference.</a:t>
          </a:r>
        </a:p>
      </dsp:txBody>
      <dsp:txXfrm>
        <a:off x="1470287" y="2615001"/>
        <a:ext cx="6644720" cy="1041985"/>
      </dsp:txXfrm>
    </dsp:sp>
    <dsp:sp modelId="{0185A08C-74EA-4386-A3A3-DBA842368A3A}">
      <dsp:nvSpPr>
        <dsp:cNvPr id="0" name=""/>
        <dsp:cNvSpPr/>
      </dsp:nvSpPr>
      <dsp:spPr>
        <a:xfrm>
          <a:off x="7438764" y="813019"/>
          <a:ext cx="719433" cy="723901"/>
        </a:xfrm>
        <a:prstGeom prst="downArrow">
          <a:avLst>
            <a:gd name="adj1" fmla="val 55000"/>
            <a:gd name="adj2" fmla="val 45000"/>
          </a:avLst>
        </a:prstGeom>
        <a:solidFill>
          <a:schemeClr val="bg2">
            <a:alpha val="90000"/>
          </a:schemeClr>
        </a:solidFill>
        <a:ln w="19050" cap="flat" cmpd="sng" algn="ctr">
          <a:solidFill>
            <a:schemeClr val="bg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7600636" y="813019"/>
        <a:ext cx="395689" cy="545841"/>
      </dsp:txXfrm>
    </dsp:sp>
    <dsp:sp modelId="{9671AF9A-216E-4179-ACD8-0656EA71CB3C}">
      <dsp:nvSpPr>
        <dsp:cNvPr id="0" name=""/>
        <dsp:cNvSpPr/>
      </dsp:nvSpPr>
      <dsp:spPr>
        <a:xfrm>
          <a:off x="8147425" y="2123252"/>
          <a:ext cx="719433" cy="719433"/>
        </a:xfrm>
        <a:prstGeom prst="downArrow">
          <a:avLst>
            <a:gd name="adj1" fmla="val 55000"/>
            <a:gd name="adj2" fmla="val 45000"/>
          </a:avLst>
        </a:prstGeom>
        <a:solidFill>
          <a:schemeClr val="bg2">
            <a:alpha val="90000"/>
          </a:schemeClr>
        </a:solidFill>
        <a:ln w="19050" cap="flat" cmpd="sng" algn="ctr">
          <a:solidFill>
            <a:schemeClr val="bg2">
              <a:alpha val="9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8309297" y="2123252"/>
        <a:ext cx="395689" cy="5413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877125-BDD5-435C-9834-1826171B9990}">
      <dsp:nvSpPr>
        <dsp:cNvPr id="0" name=""/>
        <dsp:cNvSpPr/>
      </dsp:nvSpPr>
      <dsp:spPr>
        <a:xfrm>
          <a:off x="0" y="1071918"/>
          <a:ext cx="3414946" cy="2048967"/>
        </a:xfrm>
        <a:prstGeom prst="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Models were compared using BIC.</a:t>
          </a:r>
        </a:p>
      </dsp:txBody>
      <dsp:txXfrm>
        <a:off x="0" y="1071918"/>
        <a:ext cx="3414946" cy="2048967"/>
      </dsp:txXfrm>
    </dsp:sp>
    <dsp:sp modelId="{5E8FEC6A-B17F-4E7B-B3C2-CD0E63009474}">
      <dsp:nvSpPr>
        <dsp:cNvPr id="0" name=""/>
        <dsp:cNvSpPr/>
      </dsp:nvSpPr>
      <dsp:spPr>
        <a:xfrm>
          <a:off x="3756441" y="1071918"/>
          <a:ext cx="3414946" cy="2048967"/>
        </a:xfrm>
        <a:prstGeom prst="rect">
          <a:avLst/>
        </a:prstGeom>
        <a:solidFill>
          <a:srgbClr val="0070C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Expert-defined model showed better BIC, indicating better trade-off between fit and complexity.</a:t>
          </a:r>
        </a:p>
      </dsp:txBody>
      <dsp:txXfrm>
        <a:off x="3756441" y="1071918"/>
        <a:ext cx="3414946" cy="2048967"/>
      </dsp:txXfrm>
    </dsp:sp>
    <dsp:sp modelId="{66057780-0385-452F-A805-984B594C4913}">
      <dsp:nvSpPr>
        <dsp:cNvPr id="0" name=""/>
        <dsp:cNvSpPr/>
      </dsp:nvSpPr>
      <dsp:spPr>
        <a:xfrm>
          <a:off x="7512882" y="1071918"/>
          <a:ext cx="3414946" cy="2048967"/>
        </a:xfrm>
        <a:prstGeom prst="rect">
          <a:avLst/>
        </a:prstGeom>
        <a:solidFill>
          <a:srgbClr val="00206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Data-driven model contains extra edges and reacts more strongly to evidence</a:t>
          </a:r>
          <a:r>
            <a:rPr lang="en-US" sz="2600" kern="1200" dirty="0">
              <a:latin typeface="Aptos Display" panose="02110004020202020204"/>
            </a:rPr>
            <a:t>.</a:t>
          </a:r>
          <a:endParaRPr lang="en-US" sz="2600" kern="1200" dirty="0"/>
        </a:p>
      </dsp:txBody>
      <dsp:txXfrm>
        <a:off x="7512882" y="1071918"/>
        <a:ext cx="3414946" cy="204896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5C7EB9-6344-41A9-8D0C-1AA2D98C682A}">
      <dsp:nvSpPr>
        <dsp:cNvPr id="0" name=""/>
        <dsp:cNvSpPr/>
      </dsp:nvSpPr>
      <dsp:spPr>
        <a:xfrm>
          <a:off x="0" y="820218"/>
          <a:ext cx="3414946" cy="2048967"/>
        </a:xfrm>
        <a:prstGeom prst="rect">
          <a:avLst/>
        </a:prstGeom>
        <a:solidFill>
          <a:srgbClr val="00B0F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 cap="none"/>
            <a:t>Is the sleep_hours variable necessary?</a:t>
          </a:r>
        </a:p>
      </dsp:txBody>
      <dsp:txXfrm>
        <a:off x="0" y="820218"/>
        <a:ext cx="3414946" cy="2048967"/>
      </dsp:txXfrm>
    </dsp:sp>
    <dsp:sp modelId="{BF50B7FC-9471-47E4-8622-6A79A565FDEA}">
      <dsp:nvSpPr>
        <dsp:cNvPr id="0" name=""/>
        <dsp:cNvSpPr/>
      </dsp:nvSpPr>
      <dsp:spPr>
        <a:xfrm>
          <a:off x="3756441" y="820218"/>
          <a:ext cx="3414946" cy="2048967"/>
        </a:xfrm>
        <a:prstGeom prst="rect">
          <a:avLst/>
        </a:prstGeom>
        <a:solidFill>
          <a:srgbClr val="0070C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 cap="none"/>
            <a:t>Full model vs. Simplified model (without sleep).</a:t>
          </a:r>
        </a:p>
      </dsp:txBody>
      <dsp:txXfrm>
        <a:off x="3756441" y="820218"/>
        <a:ext cx="3414946" cy="2048967"/>
      </dsp:txXfrm>
    </dsp:sp>
    <dsp:sp modelId="{1B7888B4-0272-4E64-B5F9-F2372B3FDBE7}">
      <dsp:nvSpPr>
        <dsp:cNvPr id="0" name=""/>
        <dsp:cNvSpPr/>
      </dsp:nvSpPr>
      <dsp:spPr>
        <a:xfrm>
          <a:off x="7512882" y="820218"/>
          <a:ext cx="3414946" cy="2048967"/>
        </a:xfrm>
        <a:prstGeom prst="rect">
          <a:avLst/>
        </a:prstGeom>
        <a:solidFill>
          <a:srgbClr val="00206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 cap="none"/>
            <a:t>The simplified model has a better BIC (-907 vs -1421).</a:t>
          </a:r>
        </a:p>
      </dsp:txBody>
      <dsp:txXfrm>
        <a:off x="7512882" y="820218"/>
        <a:ext cx="3414946" cy="204896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9E921A-2A50-4356-AB1A-56BB983495C6}">
      <dsp:nvSpPr>
        <dsp:cNvPr id="0" name=""/>
        <dsp:cNvSpPr/>
      </dsp:nvSpPr>
      <dsp:spPr>
        <a:xfrm>
          <a:off x="0" y="83282"/>
          <a:ext cx="10927829" cy="954719"/>
        </a:xfrm>
        <a:prstGeom prst="roundRect">
          <a:avLst/>
        </a:prstGeom>
        <a:solidFill>
          <a:srgbClr val="00B0F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The dataset had low exam scores originally. We edited them (fail/pass/excellent), which conditions the results.</a:t>
          </a:r>
        </a:p>
      </dsp:txBody>
      <dsp:txXfrm>
        <a:off x="46606" y="129888"/>
        <a:ext cx="10834617" cy="861507"/>
      </dsp:txXfrm>
    </dsp:sp>
    <dsp:sp modelId="{C99C2B11-B609-4620-9823-C4034D2D060F}">
      <dsp:nvSpPr>
        <dsp:cNvPr id="0" name=""/>
        <dsp:cNvSpPr/>
      </dsp:nvSpPr>
      <dsp:spPr>
        <a:xfrm>
          <a:off x="0" y="1107122"/>
          <a:ext cx="10927829" cy="954719"/>
        </a:xfrm>
        <a:prstGeom prst="roundRect">
          <a:avLst/>
        </a:prstGeom>
        <a:solidFill>
          <a:srgbClr val="0070C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rgbClr val="FFFFFF"/>
              </a:solidFill>
              <a:latin typeface="Aptos"/>
              <a:ea typeface="+mn-ea"/>
              <a:cs typeface="+mn-cs"/>
            </a:rPr>
            <a:t>The expert-defined BN is more interpretable and preferred for this dataset.</a:t>
          </a:r>
        </a:p>
      </dsp:txBody>
      <dsp:txXfrm>
        <a:off x="46606" y="1153728"/>
        <a:ext cx="10834617" cy="861507"/>
      </dsp:txXfrm>
    </dsp:sp>
    <dsp:sp modelId="{D086AA82-F7D4-45BD-8DEB-B2B91B6540AF}">
      <dsp:nvSpPr>
        <dsp:cNvPr id="0" name=""/>
        <dsp:cNvSpPr/>
      </dsp:nvSpPr>
      <dsp:spPr>
        <a:xfrm>
          <a:off x="0" y="2130962"/>
          <a:ext cx="10927829" cy="954719"/>
        </a:xfrm>
        <a:prstGeom prst="roundRect">
          <a:avLst/>
        </a:prstGeom>
        <a:solidFill>
          <a:schemeClr val="tx2">
            <a:lumMod val="90000"/>
            <a:lumOff val="1000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Automated structure learning may capture false correlations when data is limited or noisy.</a:t>
          </a:r>
        </a:p>
      </dsp:txBody>
      <dsp:txXfrm>
        <a:off x="46606" y="2177568"/>
        <a:ext cx="10834617" cy="861507"/>
      </dsp:txXfrm>
    </dsp:sp>
    <dsp:sp modelId="{F5216201-D208-472A-9B35-8302C980B068}">
      <dsp:nvSpPr>
        <dsp:cNvPr id="0" name=""/>
        <dsp:cNvSpPr/>
      </dsp:nvSpPr>
      <dsp:spPr>
        <a:xfrm>
          <a:off x="0" y="3154802"/>
          <a:ext cx="10927829" cy="954719"/>
        </a:xfrm>
        <a:prstGeom prst="roundRect">
          <a:avLst/>
        </a:prstGeom>
        <a:solidFill>
          <a:srgbClr val="00206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Some variables had not enough influence, and the model performs better without them.</a:t>
          </a:r>
        </a:p>
      </dsp:txBody>
      <dsp:txXfrm>
        <a:off x="46606" y="3201408"/>
        <a:ext cx="10834617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8C80AC-CDC4-4BDE-919F-10853F44FFCC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C36204-917F-4D20-B1D2-CD99E1FDBDE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4517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15998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5414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646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err="1"/>
              <a:t>david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0376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latin typeface="Calibri"/>
                <a:ea typeface="Calibri"/>
                <a:cs typeface="Calibri"/>
              </a:rPr>
              <a:t>david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1448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80298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988902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4281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david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72174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david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340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5729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04231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A4D7D-E556-C1EC-C553-4D153DEA5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91BA37-2533-2F88-B793-E972BA59D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E4DB03-C563-2357-580A-1A57686AF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david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8FD26F4-0BAB-726B-A265-37E741B4A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9922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20899-01EB-C979-2876-ECBB07A54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C77364D-730E-11BE-C7FB-C4B43067C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8B18696-426A-83C2-4E16-1F8F31E521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david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8F41A07-6B33-A3B9-2B6B-DDBFC7FCF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6612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quique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7213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err="1"/>
              <a:t>david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81565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C36204-917F-4D20-B1D2-CD99E1FDBDE9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60608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3C15A-8287-9C33-BDEE-0EAC7F59F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7FE1D6-B3B8-5390-A319-79066B626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34A840-D03E-A260-AF5A-0F27BDD53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071BA2-2829-536A-3773-4DA89D5C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5DE8D2-F315-5944-A8BF-76101A08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589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DF723B-B9E7-DB17-4537-C3FEA5F2B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515A8C2-6E46-A619-A452-DBCC03289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C7722A-5143-FAC4-310C-66A1C4D76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2904FD-A2B8-8E83-5FDD-901F28CE2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1969BC-A4CD-87F0-079F-385B3561B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3492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7C634-49B2-4CEA-5062-7FB3290D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D8907B-7AD9-FEEA-6D36-894233F63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F7561C-9749-839E-7805-11D7BA88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2A1175-6D66-AB43-9EB1-4F743F53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F5FBB8-7534-851D-5FF2-485EF6C01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4008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221D99-057E-5644-3726-A735362BD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046AD6-7BB2-D501-97C2-6942D6E5A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8B5491D-2040-0065-DF84-1FB1DBCF7F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619D90-9E16-0011-4DE6-B2A72153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72AE9C-7DBC-9DD7-AB3B-A7A5DD3DB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C59E8C-33DC-6CD0-E7F4-DABAECD82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855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7D37B9-6D06-4522-EEEB-6C3803C44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9D7F3A-29FE-6E22-4EA0-1CF763075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C1392BC-9EC0-FC45-CFE9-2305FF209A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46B3E47-CC24-A313-C969-4DD8E40CF4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7BF5B31-BC94-E20D-1B05-9718875230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0039C5-246E-1DC2-67D3-AC4AA011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A27395-E26A-054A-1A16-893548FE4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6C9148-413D-8614-D505-15CE2A2C8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09282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6E07C-E6F3-E094-7517-35168D478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7367AE-C70C-2747-1566-6156AC92E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57D53D-6DB9-2D0F-2E84-3C173402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E686B9D-7197-0942-93EA-C8D6C6D98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5131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67B8F7-E06E-50F2-9D35-85587362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F47C40-18DF-E97A-762D-7EA78701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1C0A73-41C6-E253-0EC1-3E00FBD27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329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94510A-B39B-CBF1-62C9-A9A670523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E9A140-A606-CF26-68CB-4AC10A4BB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B72A8C-821E-9D46-B2DF-E359A236A9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9F6997F-064D-22DA-F6F3-C3BD3369D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36879C-4A69-566D-0DF5-8976F26C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93F83A-DA30-BDCD-9FAE-B20076F8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7246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1081B-AFFF-BE94-5318-827CCEA6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6C2262E-42AF-60C6-05D8-5C37B98360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336CF5D-C979-077A-7430-FC7D27FDAF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B2269D-C377-1DD3-F9CD-58E018C41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1DAC0-8085-76C9-08A5-40E92595F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ED5B0B-B7BF-53DF-7B1B-E4C9E9135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873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D7556-6713-AD23-B241-BB282E7E8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0656D5-5A9F-B2BA-035E-B74AA53C91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D0ACD6-51FE-FF71-8D67-F265F6E52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FF5700-A542-E121-3F2E-03EFF730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B2B965-CFF2-3B78-A01E-F5343537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040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BFB9149-D711-7E57-51EA-96A20E827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6AFA22-F798-CAF7-ED57-A5F21D9F93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E4BAF9-07A0-8DA6-F547-78147942B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44C07C-2A0C-3DBB-1583-8864D953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DBB9B1-1414-3A99-6B06-2B77B62A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394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9ECBC-1DAA-16D8-9D01-3E79A329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C41238-E55A-F86C-456A-90F86A8CA0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FF5072E-B243-7C07-A390-BE6FEB11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68F089-3955-74E2-0397-0C2FCD64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FA4A43A-4DFF-05B1-6F6B-F20033F5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78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10B56C3-5DCF-6EE2-CCB2-BD374534F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C59B50-853E-656E-F573-0DB9BED78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1B8C27-DF4D-092B-C474-607B6455E5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1F6E3-92A0-46EE-84FE-B07851423B11}" type="datetimeFigureOut">
              <a:rPr lang="es-ES" smtClean="0"/>
              <a:t>18/12/2025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BA5192-8982-B191-DB54-1465E0257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F1001C-E381-0AA3-DB67-48B708DAE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16FFF-404A-4577-95FB-E4431F70E60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884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8111296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58281" y="-401562"/>
            <a:ext cx="6858004" cy="7661129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-1"/>
            <a:ext cx="8118331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2569700" y="983306"/>
            <a:ext cx="5005754" cy="5005754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AF8256-33EF-EDA3-C9DF-615F7CE94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948" y="857251"/>
            <a:ext cx="6219582" cy="3160113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Bayesian Network for Student Exam Score Prediction</a:t>
            </a:r>
            <a:endParaRPr lang="es-ES" sz="4800">
              <a:solidFill>
                <a:srgbClr val="FFFFFF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4354178"/>
            <a:ext cx="8118330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941CFA-6220-37D7-C630-041EDF807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3" y="5006012"/>
            <a:ext cx="5179879" cy="1200149"/>
          </a:xfrm>
        </p:spPr>
        <p:txBody>
          <a:bodyPr anchor="t">
            <a:normAutofit/>
          </a:bodyPr>
          <a:lstStyle/>
          <a:p>
            <a:pPr algn="l"/>
            <a:r>
              <a:rPr lang="es-ES" sz="2000">
                <a:solidFill>
                  <a:srgbClr val="FFFFFF"/>
                </a:solidFill>
              </a:rPr>
              <a:t>Enrique Such Andreu and David Valls Lozano</a:t>
            </a:r>
          </a:p>
          <a:p>
            <a:pPr algn="l"/>
            <a:endParaRPr lang="es-ES" sz="2000">
              <a:solidFill>
                <a:srgbClr val="FFFFFF"/>
              </a:solidFill>
            </a:endParaRPr>
          </a:p>
          <a:p>
            <a:pPr algn="l"/>
            <a:r>
              <a:rPr lang="es-ES" sz="2000" err="1">
                <a:solidFill>
                  <a:srgbClr val="FFFFFF"/>
                </a:solidFill>
              </a:rPr>
              <a:t>Master’s</a:t>
            </a:r>
            <a:r>
              <a:rPr lang="es-ES" sz="2000">
                <a:solidFill>
                  <a:srgbClr val="FFFFFF"/>
                </a:solidFill>
              </a:rPr>
              <a:t> </a:t>
            </a:r>
            <a:r>
              <a:rPr lang="es-ES" sz="2000" err="1">
                <a:solidFill>
                  <a:srgbClr val="FFFFFF"/>
                </a:solidFill>
              </a:rPr>
              <a:t>Degree</a:t>
            </a:r>
            <a:r>
              <a:rPr lang="es-ES" sz="2000">
                <a:solidFill>
                  <a:srgbClr val="FFFFFF"/>
                </a:solidFill>
              </a:rPr>
              <a:t> in Artificial </a:t>
            </a:r>
            <a:r>
              <a:rPr lang="es-ES" sz="2000" err="1">
                <a:solidFill>
                  <a:srgbClr val="FFFFFF"/>
                </a:solidFill>
              </a:rPr>
              <a:t>Intelligence</a:t>
            </a:r>
            <a:r>
              <a:rPr lang="es-ES" sz="200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7" name="Graphic 6" descr="Libros">
            <a:extLst>
              <a:ext uri="{FF2B5EF4-FFF2-40B4-BE49-F238E27FC236}">
                <a16:creationId xmlns:a16="http://schemas.microsoft.com/office/drawing/2014/main" id="{F6EA766A-EBA1-CB59-0E23-DF301A69E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60981" y="1842090"/>
            <a:ext cx="3173819" cy="317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38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2AFF98-AC70-8211-26C4-6EFA95BF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s-ES" sz="400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4ECD7BD-C3A5-D494-7B16-8837FA0A4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5038726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dirty="0" err="1"/>
              <a:t>Introduction</a:t>
            </a:r>
            <a:r>
              <a:rPr lang="es-ES" sz="2000" dirty="0"/>
              <a:t> and </a:t>
            </a:r>
            <a:r>
              <a:rPr lang="es-ES" sz="2000" dirty="0" err="1"/>
              <a:t>Motivation</a:t>
            </a:r>
            <a:endParaRPr lang="es-ES" sz="2000" dirty="0"/>
          </a:p>
          <a:p>
            <a:r>
              <a:rPr lang="es-ES" sz="2000" dirty="0" err="1"/>
              <a:t>Abstract</a:t>
            </a:r>
            <a:endParaRPr lang="es-ES" sz="2000" dirty="0"/>
          </a:p>
          <a:p>
            <a:r>
              <a:rPr lang="es-ES" sz="2000" dirty="0" err="1"/>
              <a:t>Methodology</a:t>
            </a:r>
            <a:endParaRPr lang="es-ES" sz="2000" dirty="0"/>
          </a:p>
          <a:p>
            <a:r>
              <a:rPr lang="es-ES" sz="2000" dirty="0" err="1"/>
              <a:t>Dataset</a:t>
            </a:r>
            <a:endParaRPr lang="es-ES" sz="2000" dirty="0"/>
          </a:p>
          <a:p>
            <a:r>
              <a:rPr lang="es-ES" sz="2000" dirty="0" err="1"/>
              <a:t>Procesing</a:t>
            </a:r>
            <a:r>
              <a:rPr lang="es-ES" sz="2000" dirty="0"/>
              <a:t> and </a:t>
            </a:r>
            <a:r>
              <a:rPr lang="es-ES" sz="2000" dirty="0" err="1"/>
              <a:t>Discretization</a:t>
            </a:r>
            <a:endParaRPr lang="es-ES" sz="2000" dirty="0"/>
          </a:p>
          <a:p>
            <a:r>
              <a:rPr lang="es-ES" sz="2000" dirty="0" err="1"/>
              <a:t>Model</a:t>
            </a:r>
            <a:r>
              <a:rPr lang="es-ES" sz="2000" dirty="0"/>
              <a:t> </a:t>
            </a:r>
            <a:r>
              <a:rPr lang="es-ES" sz="2000" dirty="0" err="1"/>
              <a:t>Comparison</a:t>
            </a:r>
            <a:endParaRPr lang="es-ES" sz="2000" dirty="0"/>
          </a:p>
          <a:p>
            <a:r>
              <a:rPr lang="es-ES" sz="2000" dirty="0" err="1"/>
              <a:t>Elimination</a:t>
            </a:r>
            <a:r>
              <a:rPr lang="es-ES" sz="2000" dirty="0"/>
              <a:t> </a:t>
            </a:r>
            <a:r>
              <a:rPr lang="es-ES" sz="2000" dirty="0" err="1"/>
              <a:t>of</a:t>
            </a:r>
            <a:r>
              <a:rPr lang="es-ES" sz="2000" dirty="0"/>
              <a:t> Non-</a:t>
            </a:r>
            <a:r>
              <a:rPr lang="es-ES" sz="2000" dirty="0" err="1"/>
              <a:t>relevant</a:t>
            </a:r>
            <a:r>
              <a:rPr lang="es-ES" sz="2000" dirty="0"/>
              <a:t> variable</a:t>
            </a:r>
          </a:p>
          <a:p>
            <a:r>
              <a:rPr lang="es-ES" sz="2000" dirty="0" err="1"/>
              <a:t>Conclusion</a:t>
            </a:r>
            <a:endParaRPr lang="es-ES" sz="2000" dirty="0"/>
          </a:p>
        </p:txBody>
      </p:sp>
      <p:pic>
        <p:nvPicPr>
          <p:cNvPr id="5" name="Gráfico 4" descr="Lista de comprobación contorno">
            <a:extLst>
              <a:ext uri="{FF2B5EF4-FFF2-40B4-BE49-F238E27FC236}">
                <a16:creationId xmlns:a16="http://schemas.microsoft.com/office/drawing/2014/main" id="{3431851D-6227-3B24-69CB-9529C9D5CB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5299" y="3299102"/>
            <a:ext cx="1721548" cy="172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2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57D1AE-1CFA-13D8-F65A-B7DEAC670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 and Motivation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6602EBBB-8FFA-B04C-1E80-9210F15D3A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234571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0797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7374C2C-A5F2-3F00-948D-CC7A32B95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Abstract</a:t>
            </a:r>
          </a:p>
        </p:txBody>
      </p:sp>
      <p:graphicFrame>
        <p:nvGraphicFramePr>
          <p:cNvPr id="18" name="Marcador de texto 2">
            <a:extLst>
              <a:ext uri="{FF2B5EF4-FFF2-40B4-BE49-F238E27FC236}">
                <a16:creationId xmlns:a16="http://schemas.microsoft.com/office/drawing/2014/main" id="{11F1EAEB-D62D-27A9-1EEF-9E0DAC5011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11082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48682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B0502D-3154-C3F6-BA5A-884D076B2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FEC449C5-A212-0727-0485-17951C45B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17050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75786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38AFAC-4148-C0E9-F0E2-8C7312A3F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2A48CE-72D1-0118-F6F7-11E068B65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560128"/>
            <a:ext cx="5705476" cy="271100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2000"/>
              <a:t>Relevant variables:</a:t>
            </a:r>
          </a:p>
          <a:p>
            <a:pPr>
              <a:spcBef>
                <a:spcPct val="0"/>
              </a:spcBef>
              <a:spcAft>
                <a:spcPct val="35000"/>
              </a:spcAft>
            </a:pPr>
            <a:r>
              <a:rPr lang="en-US" sz="2000" err="1"/>
              <a:t>hours_studied</a:t>
            </a:r>
            <a:r>
              <a:rPr lang="en-US" sz="2000"/>
              <a:t> (continuous    discretized)</a:t>
            </a:r>
          </a:p>
          <a:p>
            <a:pPr>
              <a:spcBef>
                <a:spcPct val="0"/>
              </a:spcBef>
              <a:spcAft>
                <a:spcPct val="35000"/>
              </a:spcAft>
            </a:pPr>
            <a:r>
              <a:rPr lang="en-US" sz="2000" err="1"/>
              <a:t>sleep_hours</a:t>
            </a:r>
            <a:r>
              <a:rPr lang="en-US" sz="2000"/>
              <a:t> (continuous  discretized)</a:t>
            </a:r>
          </a:p>
          <a:p>
            <a:pPr>
              <a:spcBef>
                <a:spcPct val="0"/>
              </a:spcBef>
              <a:spcAft>
                <a:spcPct val="35000"/>
              </a:spcAft>
            </a:pPr>
            <a:r>
              <a:rPr lang="en-US" sz="2000" err="1"/>
              <a:t>attendance_percent</a:t>
            </a:r>
            <a:r>
              <a:rPr lang="en-US" sz="2000"/>
              <a:t> (continuous   discretized)</a:t>
            </a:r>
          </a:p>
          <a:p>
            <a:pPr>
              <a:spcBef>
                <a:spcPct val="0"/>
              </a:spcBef>
              <a:spcAft>
                <a:spcPct val="35000"/>
              </a:spcAft>
            </a:pPr>
            <a:r>
              <a:rPr lang="en-US" sz="2000" err="1"/>
              <a:t>previous_scores</a:t>
            </a:r>
            <a:r>
              <a:rPr lang="en-US" sz="2000"/>
              <a:t> (continuous   discretized)</a:t>
            </a:r>
          </a:p>
          <a:p>
            <a:pPr>
              <a:spcBef>
                <a:spcPct val="0"/>
              </a:spcBef>
              <a:spcAft>
                <a:spcPct val="35000"/>
              </a:spcAft>
            </a:pPr>
            <a:r>
              <a:rPr lang="en-US" sz="2000" err="1"/>
              <a:t>exam_score</a:t>
            </a:r>
            <a:r>
              <a:rPr lang="en-US" sz="2000"/>
              <a:t> (fail / pass / excellent)</a:t>
            </a:r>
          </a:p>
        </p:txBody>
      </p: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7ABA00EC-135A-0516-E953-A87E6F90F74F}"/>
              </a:ext>
            </a:extLst>
          </p:cNvPr>
          <p:cNvCxnSpPr/>
          <p:nvPr/>
        </p:nvCxnSpPr>
        <p:spPr>
          <a:xfrm>
            <a:off x="4676775" y="3346450"/>
            <a:ext cx="3238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294F0B80-A3E8-D16C-3CAB-1F4C222FDC1D}"/>
              </a:ext>
            </a:extLst>
          </p:cNvPr>
          <p:cNvCxnSpPr/>
          <p:nvPr/>
        </p:nvCxnSpPr>
        <p:spPr>
          <a:xfrm>
            <a:off x="4425950" y="3733800"/>
            <a:ext cx="2508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E04862E-5C2C-F33E-A119-6424E0CBDE16}"/>
              </a:ext>
            </a:extLst>
          </p:cNvPr>
          <p:cNvCxnSpPr/>
          <p:nvPr/>
        </p:nvCxnSpPr>
        <p:spPr>
          <a:xfrm>
            <a:off x="5314950" y="4111625"/>
            <a:ext cx="2984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AD883BDF-D721-BAC5-306C-E46955EB3ED0}"/>
              </a:ext>
            </a:extLst>
          </p:cNvPr>
          <p:cNvCxnSpPr/>
          <p:nvPr/>
        </p:nvCxnSpPr>
        <p:spPr>
          <a:xfrm>
            <a:off x="4876800" y="4492625"/>
            <a:ext cx="3143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áfico 18" descr="Documento contorno">
            <a:extLst>
              <a:ext uri="{FF2B5EF4-FFF2-40B4-BE49-F238E27FC236}">
                <a16:creationId xmlns:a16="http://schemas.microsoft.com/office/drawing/2014/main" id="{9F896D51-6627-7FBD-B285-BB5269D90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5299" y="3198018"/>
            <a:ext cx="1827213" cy="182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9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2EDABFF-1BAC-2CB5-0CDC-876387D89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Preprocessing and Discretization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2AC16346-B009-2A9F-F3DB-D0BAFA3BD1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8606591"/>
              </p:ext>
            </p:extLst>
          </p:nvPr>
        </p:nvGraphicFramePr>
        <p:xfrm>
          <a:off x="644057" y="2615979"/>
          <a:ext cx="9585794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67090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98B30F-263F-6061-8C4E-314F8B651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 Score Distribution</a:t>
            </a:r>
          </a:p>
        </p:txBody>
      </p:sp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E2C1D487-A208-BDCC-B25B-5AE3E8571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343" y="965260"/>
            <a:ext cx="7940974" cy="517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75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F560C0-AEE2-2EBA-F3E6-DF9677F58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05" y="2767106"/>
            <a:ext cx="3186764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Expert-defined Bayesian Network</a:t>
            </a: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03A51F55-F4CB-42C9-9D60-B80E9D18A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28" y="1008375"/>
            <a:ext cx="7225748" cy="484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818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513894-62A5-21FE-3542-5F60E0A64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Data-driven  Bayesian Network</a:t>
            </a:r>
          </a:p>
        </p:txBody>
      </p:sp>
      <p:pic>
        <p:nvPicPr>
          <p:cNvPr id="4" name="Imagen 3" descr="Gráfico, Gráfico radial&#10;&#10;El contenido generado por IA puede ser incorrecto.">
            <a:extLst>
              <a:ext uri="{FF2B5EF4-FFF2-40B4-BE49-F238E27FC236}">
                <a16:creationId xmlns:a16="http://schemas.microsoft.com/office/drawing/2014/main" id="{646120CE-2F07-047B-03D3-12862C722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428" y="918053"/>
            <a:ext cx="7225748" cy="5021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01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17B6BF-4C59-A2E7-C81B-3DAD0A621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349112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Comparison (BIC </a:t>
            </a:r>
            <a:r>
              <a:rPr lang="en-US" sz="4000">
                <a:solidFill>
                  <a:srgbClr val="FFFFFF"/>
                </a:solidFill>
              </a:rPr>
              <a:t>Score)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A6DA6ABF-B1A4-A5E6-4242-16D05E2E1F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704048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9238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5A646E-3794-BD7B-84A9-F0B7400FEF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10111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>
                <a:solidFill>
                  <a:srgbClr val="FFFFFF"/>
                </a:solidFill>
              </a:rPr>
              <a:t>Comparison of Both Models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0C330477-36DB-2180-7932-4FAF32658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010261"/>
              </p:ext>
            </p:extLst>
          </p:nvPr>
        </p:nvGraphicFramePr>
        <p:xfrm>
          <a:off x="2665884" y="2769178"/>
          <a:ext cx="6860228" cy="1394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0114">
                  <a:extLst>
                    <a:ext uri="{9D8B030D-6E8A-4147-A177-3AD203B41FA5}">
                      <a16:colId xmlns:a16="http://schemas.microsoft.com/office/drawing/2014/main" val="3738105111"/>
                    </a:ext>
                  </a:extLst>
                </a:gridCol>
                <a:gridCol w="3430114">
                  <a:extLst>
                    <a:ext uri="{9D8B030D-6E8A-4147-A177-3AD203B41FA5}">
                      <a16:colId xmlns:a16="http://schemas.microsoft.com/office/drawing/2014/main" val="787015214"/>
                    </a:ext>
                  </a:extLst>
                </a:gridCol>
              </a:tblGrid>
              <a:tr h="5043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/>
                        <a:t>Model</a:t>
                      </a:r>
                      <a:endParaRPr lang="es-E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BIC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991033"/>
                  </a:ext>
                </a:extLst>
              </a:tr>
              <a:tr h="517576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Expert-driven</a:t>
                      </a:r>
                      <a:endParaRPr lang="es-E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800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-1421.1342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314135"/>
                  </a:ext>
                </a:extLst>
              </a:tr>
              <a:tr h="372893">
                <a:tc>
                  <a:txBody>
                    <a:bodyPr/>
                    <a:lstStyle/>
                    <a:p>
                      <a:pPr algn="ctr"/>
                      <a:r>
                        <a:rPr lang="es-ES"/>
                        <a:t>Data-driven</a:t>
                      </a:r>
                      <a:endParaRPr lang="es-ES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800" kern="1200" noProof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-1528.4320</a:t>
                      </a:r>
                      <a:endParaRPr lang="es-ES" sz="18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557451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5984F7FA-F908-F2C7-9D9A-1FEF8299ED17}"/>
              </a:ext>
            </a:extLst>
          </p:cNvPr>
          <p:cNvSpPr txBox="1"/>
          <p:nvPr/>
        </p:nvSpPr>
        <p:spPr>
          <a:xfrm>
            <a:off x="1108879" y="4997097"/>
            <a:ext cx="9974238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sz="2400" dirty="0">
                <a:solidFill>
                  <a:schemeClr val="dk1"/>
                </a:solidFill>
              </a:rPr>
              <a:t>Since the BIC Score of the Expert-driven is higher, we deduce that this model fits the data better.</a:t>
            </a:r>
            <a:endParaRPr lang="es-ES"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5808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8EF6B0-B21A-F737-12FB-D526B1A6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CA25F3-3D85-8686-A9A7-AF06EA70C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>
                <a:solidFill>
                  <a:srgbClr val="FFFFFF"/>
                </a:solidFill>
              </a:rPr>
              <a:t>CPT Summary</a:t>
            </a:r>
            <a:endParaRPr lang="es-ES" sz="3700">
              <a:solidFill>
                <a:srgbClr val="FFFFFF"/>
              </a:solidFill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4B2CF20E-DE5D-617B-F133-41D876022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331550"/>
              </p:ext>
            </p:extLst>
          </p:nvPr>
        </p:nvGraphicFramePr>
        <p:xfrm>
          <a:off x="432225" y="2749399"/>
          <a:ext cx="11327550" cy="2885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2121">
                  <a:extLst>
                    <a:ext uri="{9D8B030D-6E8A-4147-A177-3AD203B41FA5}">
                      <a16:colId xmlns:a16="http://schemas.microsoft.com/office/drawing/2014/main" val="1904796893"/>
                    </a:ext>
                  </a:extLst>
                </a:gridCol>
                <a:gridCol w="1383042">
                  <a:extLst>
                    <a:ext uri="{9D8B030D-6E8A-4147-A177-3AD203B41FA5}">
                      <a16:colId xmlns:a16="http://schemas.microsoft.com/office/drawing/2014/main" val="3037658851"/>
                    </a:ext>
                  </a:extLst>
                </a:gridCol>
                <a:gridCol w="1265020">
                  <a:extLst>
                    <a:ext uri="{9D8B030D-6E8A-4147-A177-3AD203B41FA5}">
                      <a16:colId xmlns:a16="http://schemas.microsoft.com/office/drawing/2014/main" val="3182371092"/>
                    </a:ext>
                  </a:extLst>
                </a:gridCol>
                <a:gridCol w="1584285">
                  <a:extLst>
                    <a:ext uri="{9D8B030D-6E8A-4147-A177-3AD203B41FA5}">
                      <a16:colId xmlns:a16="http://schemas.microsoft.com/office/drawing/2014/main" val="3505145065"/>
                    </a:ext>
                  </a:extLst>
                </a:gridCol>
                <a:gridCol w="1265020">
                  <a:extLst>
                    <a:ext uri="{9D8B030D-6E8A-4147-A177-3AD203B41FA5}">
                      <a16:colId xmlns:a16="http://schemas.microsoft.com/office/drawing/2014/main" val="2701304470"/>
                    </a:ext>
                  </a:extLst>
                </a:gridCol>
                <a:gridCol w="1383042">
                  <a:extLst>
                    <a:ext uri="{9D8B030D-6E8A-4147-A177-3AD203B41FA5}">
                      <a16:colId xmlns:a16="http://schemas.microsoft.com/office/drawing/2014/main" val="2953679842"/>
                    </a:ext>
                  </a:extLst>
                </a:gridCol>
                <a:gridCol w="1265020">
                  <a:extLst>
                    <a:ext uri="{9D8B030D-6E8A-4147-A177-3AD203B41FA5}">
                      <a16:colId xmlns:a16="http://schemas.microsoft.com/office/drawing/2014/main" val="3412918630"/>
                    </a:ext>
                  </a:extLst>
                </a:gridCol>
              </a:tblGrid>
              <a:tr h="577191">
                <a:tc>
                  <a:txBody>
                    <a:bodyPr/>
                    <a:lstStyle/>
                    <a:p>
                      <a:pPr algn="ctr"/>
                      <a:r>
                        <a:rPr lang="es-ES" sz="2400" err="1">
                          <a:latin typeface="Arial"/>
                        </a:rPr>
                        <a:t>Node</a:t>
                      </a:r>
                      <a:endParaRPr lang="es-ES" sz="2400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State1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P1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State2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P2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State3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P3</a:t>
                      </a:r>
                    </a:p>
                  </a:txBody>
                  <a:tcPr marL="179185" marR="179185" marT="89592" marB="89592"/>
                </a:tc>
                <a:extLst>
                  <a:ext uri="{0D108BD9-81ED-4DB2-BD59-A6C34878D82A}">
                    <a16:rowId xmlns:a16="http://schemas.microsoft.com/office/drawing/2014/main" val="1829406175"/>
                  </a:ext>
                </a:extLst>
              </a:tr>
              <a:tr h="577191"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hours_studied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low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0.02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medium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0.129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high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0.402</a:t>
                      </a:r>
                    </a:p>
                  </a:txBody>
                  <a:tcPr marL="179185" marR="179185" marT="89592" marB="89592"/>
                </a:tc>
                <a:extLst>
                  <a:ext uri="{0D108BD9-81ED-4DB2-BD59-A6C34878D82A}">
                    <a16:rowId xmlns:a16="http://schemas.microsoft.com/office/drawing/2014/main" val="887631006"/>
                  </a:ext>
                </a:extLst>
              </a:tr>
              <a:tr h="577191"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previous_scores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low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0.073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medium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0.13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high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0.355</a:t>
                      </a:r>
                    </a:p>
                  </a:txBody>
                  <a:tcPr marL="179185" marR="179185" marT="89592" marB="89592"/>
                </a:tc>
                <a:extLst>
                  <a:ext uri="{0D108BD9-81ED-4DB2-BD59-A6C34878D82A}">
                    <a16:rowId xmlns:a16="http://schemas.microsoft.com/office/drawing/2014/main" val="165179013"/>
                  </a:ext>
                </a:extLst>
              </a:tr>
              <a:tr h="577191"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attendance_percent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low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0.162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medium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0.129</a:t>
                      </a: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high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2" marB="8959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400">
                          <a:latin typeface="Arial"/>
                        </a:rPr>
                        <a:t>0.275</a:t>
                      </a:r>
                    </a:p>
                  </a:txBody>
                  <a:tcPr marL="179185" marR="179185" marT="89592" marB="89592"/>
                </a:tc>
                <a:extLst>
                  <a:ext uri="{0D108BD9-81ED-4DB2-BD59-A6C34878D82A}">
                    <a16:rowId xmlns:a16="http://schemas.microsoft.com/office/drawing/2014/main" val="3615350776"/>
                  </a:ext>
                </a:extLst>
              </a:tr>
              <a:tr h="57718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2400" dirty="0" err="1">
                          <a:latin typeface="Arial"/>
                        </a:rPr>
                        <a:t>sleep_hours</a:t>
                      </a:r>
                      <a:endParaRPr lang="es-ES" sz="2400" dirty="0">
                        <a:latin typeface="Arial"/>
                      </a:endParaRPr>
                    </a:p>
                  </a:txBody>
                  <a:tcPr marL="179185" marR="179185" marT="89591" marB="895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2400">
                          <a:latin typeface="Arial"/>
                        </a:rPr>
                        <a:t>low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1" marB="895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2400">
                          <a:latin typeface="Arial"/>
                        </a:rPr>
                        <a:t>0.116</a:t>
                      </a:r>
                    </a:p>
                  </a:txBody>
                  <a:tcPr marL="179185" marR="179185" marT="89591" marB="895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2400">
                          <a:latin typeface="Arial"/>
                        </a:rPr>
                        <a:t>medium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1" marB="895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2400">
                          <a:latin typeface="Arial"/>
                        </a:rPr>
                        <a:t>0.217</a:t>
                      </a:r>
                    </a:p>
                  </a:txBody>
                  <a:tcPr marL="179185" marR="179185" marT="89591" marB="895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2400">
                          <a:latin typeface="Arial"/>
                        </a:rPr>
                        <a:t>high</a:t>
                      </a:r>
                      <a:endParaRPr lang="es-ES" sz="2400" err="1">
                        <a:latin typeface="Arial"/>
                      </a:endParaRPr>
                    </a:p>
                  </a:txBody>
                  <a:tcPr marL="179185" marR="179185" marT="89591" marB="89591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2400" dirty="0">
                          <a:latin typeface="Arial"/>
                        </a:rPr>
                        <a:t>0.231</a:t>
                      </a:r>
                    </a:p>
                  </a:txBody>
                  <a:tcPr marL="179185" marR="179185" marT="89591" marB="89591"/>
                </a:tc>
                <a:extLst>
                  <a:ext uri="{0D108BD9-81ED-4DB2-BD59-A6C34878D82A}">
                    <a16:rowId xmlns:a16="http://schemas.microsoft.com/office/drawing/2014/main" val="1484016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74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02CAA-8432-A769-B9E2-2E81BED4F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1C9DF43-BF24-5FEF-DE86-939DD07E5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2F7A14-DBE2-CF40-57AC-9686A64B5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53D6E5C-898E-1036-419B-2BAA5C9FD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E68B5C-B600-D530-580A-E9BB1242B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7AF5EC-0428-F6AB-0A9E-2401AAAE3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3" y="248038"/>
            <a:ext cx="7063721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 dirty="0">
                <a:solidFill>
                  <a:srgbClr val="FFFFFF"/>
                </a:solidFill>
              </a:rPr>
              <a:t>Sensitivity Analysis</a:t>
            </a:r>
            <a:endParaRPr lang="es-ES" sz="3700" dirty="0">
              <a:solidFill>
                <a:srgbClr val="FFFFFF"/>
              </a:solidFill>
            </a:endParaRPr>
          </a:p>
        </p:txBody>
      </p:sp>
      <p:pic>
        <p:nvPicPr>
          <p:cNvPr id="3" name="Imagen 2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87CA9AB0-423F-E3E4-A9E1-500B694E2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057" y="1822348"/>
            <a:ext cx="8429725" cy="478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424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EB124A-729D-E213-A55A-2F35F0F72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Elimination of Non-relevant Variable (</a:t>
            </a:r>
            <a:r>
              <a:rPr lang="en-US" sz="4000" dirty="0" err="1">
                <a:solidFill>
                  <a:srgbClr val="FFFFFF"/>
                </a:solidFill>
              </a:rPr>
              <a:t>sleep_hours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)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3DDB9BFA-DEB0-CA2B-50AE-AC75BC5087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944594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51600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5D10AB-35DE-4345-72CF-40279A50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988" y="349112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Conclusions</a:t>
            </a:r>
          </a:p>
        </p:txBody>
      </p:sp>
      <p:graphicFrame>
        <p:nvGraphicFramePr>
          <p:cNvPr id="5" name="Marcador de texto 2">
            <a:extLst>
              <a:ext uri="{FF2B5EF4-FFF2-40B4-BE49-F238E27FC236}">
                <a16:creationId xmlns:a16="http://schemas.microsoft.com/office/drawing/2014/main" id="{4D809CD2-17EF-0141-3C6F-DAA2564539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5754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11701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: Shape 23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25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54F7A4-EE67-8982-29D7-C12320C2C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5400" kern="12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Thank you / Questions</a:t>
            </a:r>
          </a:p>
        </p:txBody>
      </p:sp>
    </p:spTree>
    <p:extLst>
      <p:ext uri="{BB962C8B-B14F-4D97-AF65-F5344CB8AC3E}">
        <p14:creationId xmlns:p14="http://schemas.microsoft.com/office/powerpoint/2010/main" val="1581253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477</Words>
  <Application>Microsoft Office PowerPoint</Application>
  <PresentationFormat>Panorámica</PresentationFormat>
  <Paragraphs>133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Tema de Office</vt:lpstr>
      <vt:lpstr>Bayesian Network for Student Exam Score Prediction</vt:lpstr>
      <vt:lpstr>Index</vt:lpstr>
      <vt:lpstr>Introduction and Motivation</vt:lpstr>
      <vt:lpstr>Abstract</vt:lpstr>
      <vt:lpstr>Methodology</vt:lpstr>
      <vt:lpstr>Dataset</vt:lpstr>
      <vt:lpstr>Preprocessing and Discretization</vt:lpstr>
      <vt:lpstr>Exam Score Distribution</vt:lpstr>
      <vt:lpstr>Expert-defined Bayesian Network</vt:lpstr>
      <vt:lpstr>Data-driven  Bayesian Network</vt:lpstr>
      <vt:lpstr>Model Comparison (BIC Score)</vt:lpstr>
      <vt:lpstr>Comparison of Both Models</vt:lpstr>
      <vt:lpstr>CPT Summary</vt:lpstr>
      <vt:lpstr>Sensitivity Analysis</vt:lpstr>
      <vt:lpstr>Elimination of Non-relevant Variable (sleep_hours)</vt:lpstr>
      <vt:lpstr>Conclusions</vt:lpstr>
      <vt:lpstr>Thank you /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Enrique Such Andreu</dc:creator>
  <cp:lastModifiedBy>Enrique Such Andreu</cp:lastModifiedBy>
  <cp:revision>1</cp:revision>
  <dcterms:created xsi:type="dcterms:W3CDTF">2025-12-09T19:42:59Z</dcterms:created>
  <dcterms:modified xsi:type="dcterms:W3CDTF">2025-12-18T17:29:21Z</dcterms:modified>
</cp:coreProperties>
</file>